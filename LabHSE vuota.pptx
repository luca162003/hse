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customXml/item1.xml" ContentType="application/xml"/>
  <Override PartName="/customXml/itemProps1.xml" ContentType="application/vnd.openxmlformats-officedocument.customXmlProperties+xml"/>
  <Override PartName="/customXml/item2.xml" ContentType="application/xml"/>
  <Override PartName="/customXml/_rels/item3.xml.rels" ContentType="application/vnd.openxmlformats-package.relationships+xml"/>
  <Override PartName="/customXml/_rels/item2.xml.rels" ContentType="application/vnd.openxmlformats-package.relationships+xml"/>
  <Override PartName="/customXml/_rels/item1.xml.rels" ContentType="application/vnd.openxmlformats-package.relationships+xml"/>
  <Override PartName="/customXml/itemProps2.xml" ContentType="application/vnd.openxmlformats-officedocument.customXmlProperties+xml"/>
  <Override PartName="/customXml/item3.xml" ContentType="application/xml"/>
  <Override PartName="/customXml/itemProps3.xml" ContentType="application/vnd.openxmlformats-officedocument.customXmlProperties+xml"/>
  <Override PartName="/ppt/presentation.xml" ContentType="application/vnd.openxmlformats-officedocument.presentationml.presentation.main+xml"/>
  <Override PartName="/ppt/slideMasters/_rels/slideMaster34.xml.rels" ContentType="application/vnd.openxmlformats-package.relationships+xml"/>
  <Override PartName="/ppt/slideMasters/_rels/slideMaster23.xml.rels" ContentType="application/vnd.openxmlformats-package.relationships+xml"/>
  <Override PartName="/ppt/slideMasters/_rels/slideMaster12.xml.rels" ContentType="application/vnd.openxmlformats-package.relationships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slideMasters/slideMaster12.xml" ContentType="application/vnd.openxmlformats-officedocument.presentationml.slideMaster+xml"/>
  <Override PartName="/ppt/slideMasters/slideMaster23.xml" ContentType="application/vnd.openxmlformats-officedocument.presentationml.slideMaster+xml"/>
  <Override PartName="/ppt/slideMasters/slideMaster34.xml" ContentType="application/vnd.openxmlformats-officedocument.presentationml.slideMaster+xml"/>
  <Override PartName="/ppt/presProps.xml" ContentType="application/vnd.openxmlformats-officedocument.presentationml.presProp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slideLayouts/slideLayout22.xml" ContentType="application/vnd.openxmlformats-officedocument.presentationml.slideLayout+xml"/>
  <Override PartName="/ppt/slideLayouts/_rels/slideLayout17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6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31.xml.rels" ContentType="application/vnd.openxmlformats-package.relationships+xml"/>
  <Override PartName="/ppt/slideLayouts/_rels/slideLayout29.xml.rels" ContentType="application/vnd.openxmlformats-package.relationships+xml"/>
  <Override PartName="/ppt/slideLayouts/_rels/slideLayout28.xml.rels" ContentType="application/vnd.openxmlformats-package.relationships+xml"/>
  <Override PartName="/ppt/slideLayouts/_rels/slideLayout30.xml.rels" ContentType="application/vnd.openxmlformats-package.relationships+xml"/>
  <Override PartName="/ppt/slideLayouts/_rels/slideLayout27.xml.rels" ContentType="application/vnd.openxmlformats-package.relationships+xml"/>
  <Override PartName="/ppt/slideLayouts/_rels/slideLayout1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26.xml.rels" ContentType="application/vnd.openxmlformats-package.relationships+xml"/>
  <Override PartName="/ppt/slideLayouts/_rels/slideLayout18.xml.rels" ContentType="application/vnd.openxmlformats-package.relationships+xml"/>
  <Override PartName="/ppt/slideLayouts/_rels/slideLayout20.xml.rels" ContentType="application/vnd.openxmlformats-package.relationships+xml"/>
  <Override PartName="/ppt/slideLayouts/_rels/slideLayout32.xml.rels" ContentType="application/vnd.openxmlformats-package.relationships+xml"/>
  <Override PartName="/ppt/slideLayouts/_rels/slideLayout19.xml.rels" ContentType="application/vnd.openxmlformats-package.relationships+xml"/>
  <Override PartName="/ppt/slideLayouts/_rels/slideLayout21.xml.rels" ContentType="application/vnd.openxmlformats-package.relationships+xml"/>
  <Override PartName="/ppt/slideLayouts/_rels/slideLayout1.xml.rels" ContentType="application/vnd.openxmlformats-package.relationships+xml"/>
  <Override PartName="/ppt/slideLayouts/_rels/slideLayout33.xml.rels" ContentType="application/vnd.openxmlformats-package.relationships+xml"/>
  <Override PartName="/ppt/slideLayouts/_rels/slideLayout22.xml.rels" ContentType="application/vnd.openxmlformats-package.relationships+xml"/>
  <Override PartName="/ppt/slideLayouts/_rels/slideLayout34.xml.rels" ContentType="application/vnd.openxmlformats-package.relationships+xml"/>
  <Override PartName="/ppt/slideLayouts/_rels/slideLayout13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25.xml.rels" ContentType="application/vnd.openxmlformats-package.relationships+xml"/>
  <Override PartName="/ppt/slideLayouts/_rels/slideLayout12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24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14.xml.rels" ContentType="application/vnd.openxmlformats-package.relationships+xml"/>
  <Override PartName="/ppt/slideLayouts/slideLayout21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_rels/presentation.xml.rels" ContentType="application/vnd.openxmlformats-package.relationships+xml"/>
  <Override PartName="/ppt/media/image1.jpeg" ContentType="image/jpeg"/>
  <Override PartName="/ppt/media/image6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7.png" ContentType="image/png"/>
  <Override PartName="/ppt/media/image11.png" ContentType="image/png"/>
  <Override PartName="/ppt/media/image8.png" ContentType="image/png"/>
  <Override PartName="/ppt/media/image9.png" ContentType="image/png"/>
  <Override PartName="/ppt/media/image10.jpeg" ContentType="image/jpeg"/>
  <Override PartName="/ppt/slides/_rels/slide21.xml.rels" ContentType="application/vnd.openxmlformats-package.relationships+xml"/>
  <Override PartName="/ppt/slides/_rels/slide19.xml.rels" ContentType="application/vnd.openxmlformats-package.relationships+xml"/>
  <Override PartName="/ppt/slides/_rels/slide4.xml.rels" ContentType="application/vnd.openxmlformats-package.relationships+xml"/>
  <Override PartName="/ppt/slides/_rels/slide20.xml.rels" ContentType="application/vnd.openxmlformats-package.relationships+xml"/>
  <Override PartName="/ppt/slides/_rels/slide18.xml.rels" ContentType="application/vnd.openxmlformats-package.relationships+xml"/>
  <Override PartName="/ppt/slides/_rels/slide3.xml.rels" ContentType="application/vnd.openxmlformats-package.relationships+xml"/>
  <Override PartName="/ppt/slides/_rels/slide17.xml.rels" ContentType="application/vnd.openxmlformats-package.relationships+xml"/>
  <Override PartName="/ppt/slides/_rels/slide2.xml.rels" ContentType="application/vnd.openxmlformats-package.relationships+xml"/>
  <Override PartName="/ppt/slides/_rels/slide16.xml.rels" ContentType="application/vnd.openxmlformats-package.relationships+xml"/>
  <Override PartName="/ppt/slides/_rels/slide1.xml.rels" ContentType="application/vnd.openxmlformats-package.relationships+xml"/>
  <Override PartName="/ppt/slides/_rels/slide14.xml.rels" ContentType="application/vnd.openxmlformats-package.relationships+xml"/>
  <Override PartName="/ppt/slides/_rels/slide26.xml.rels" ContentType="application/vnd.openxmlformats-package.relationships+xml"/>
  <Override PartName="/ppt/slides/_rels/slide15.xml.rels" ContentType="application/vnd.openxmlformats-package.relationships+xml"/>
  <Override PartName="/ppt/slides/_rels/slide27.xml.rels" ContentType="application/vnd.openxmlformats-package.relationships+xml"/>
  <Override PartName="/ppt/slides/_rels/slide13.xml.rels" ContentType="application/vnd.openxmlformats-package.relationships+xml"/>
  <Override PartName="/ppt/slides/_rels/slide25.xml.rels" ContentType="application/vnd.openxmlformats-package.relationships+xml"/>
  <Override PartName="/ppt/slides/_rels/slide12.xml.rels" ContentType="application/vnd.openxmlformats-package.relationships+xml"/>
  <Override PartName="/ppt/slides/_rels/slide24.xml.rels" ContentType="application/vnd.openxmlformats-package.relationships+xml"/>
  <Override PartName="/ppt/slides/_rels/slide9.xml.rels" ContentType="application/vnd.openxmlformats-package.relationships+xml"/>
  <Override PartName="/ppt/slides/_rels/slide11.xml.rels" ContentType="application/vnd.openxmlformats-package.relationships+xml"/>
  <Override PartName="/ppt/slides/_rels/slide23.xml.rels" ContentType="application/vnd.openxmlformats-package.relationships+xml"/>
  <Override PartName="/ppt/slides/_rels/slide8.xml.rels" ContentType="application/vnd.openxmlformats-package.relationships+xml"/>
  <Override PartName="/ppt/slides/_rels/slide10.xml.rels" ContentType="application/vnd.openxmlformats-package.relationships+xml"/>
  <Override PartName="/ppt/slides/_rels/slide22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5.xml.rels" ContentType="application/vnd.openxmlformats-package.relationships+xml"/>
  <Override PartName="/ppt/slides/slide13.xml" ContentType="application/vnd.openxmlformats-officedocument.presentationml.slide+xml"/>
  <Override PartName="/ppt/slides/slide12.xml" ContentType="application/vnd.openxmlformats-officedocument.presentationml.slide+xml"/>
  <Override PartName="/ppt/slides/slide9.xml" ContentType="application/vnd.openxmlformats-officedocument.presentationml.slide+xml"/>
  <Override PartName="/ppt/slides/slide25.xml" ContentType="application/vnd.openxmlformats-officedocument.presentationml.slide+xml"/>
  <Override PartName="/ppt/slides/slide11.xml" ContentType="application/vnd.openxmlformats-officedocument.presentationml.slide+xml"/>
  <Override PartName="/ppt/slides/slide8.xml" ContentType="application/vnd.openxmlformats-officedocument.presentationml.slide+xml"/>
  <Override PartName="/ppt/slides/slide24.xml" ContentType="application/vnd.openxmlformats-officedocument.presentationml.slide+xml"/>
  <Override PartName="/ppt/slides/slide10.xml" ContentType="application/vnd.openxmlformats-officedocument.presentationml.slide+xml"/>
  <Override PartName="/ppt/slides/slide7.xml" ContentType="application/vnd.openxmlformats-officedocument.presentationml.slide+xml"/>
  <Override PartName="/ppt/slides/slide23.xml" ContentType="application/vnd.openxmlformats-officedocument.presentationml.slide+xml"/>
  <Override PartName="/ppt/slides/slide6.xml" ContentType="application/vnd.openxmlformats-officedocument.presentationml.slide+xml"/>
  <Override PartName="/ppt/slides/slide22.xml" ContentType="application/vnd.openxmlformats-officedocument.presentationml.slide+xml"/>
  <Override PartName="/ppt/slides/slide27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17.xml" ContentType="application/vnd.openxmlformats-officedocument.presentationml.slide+xml"/>
  <Override PartName="/ppt/slides/slide3.xml" ContentType="application/vnd.openxmlformats-officedocument.presentationml.slide+xml"/>
  <Override PartName="/ppt/slides/slide18.xml" ContentType="application/vnd.openxmlformats-officedocument.presentationml.slide+xml"/>
  <Override PartName="/ppt/slides/slide2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1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customXml" Target="../customXml/item1.xml"/><Relationship Id="rId5" Type="http://schemas.openxmlformats.org/officeDocument/2006/relationships/customXml" Target="../customXml/item2.xml"/><Relationship Id="rId6" Type="http://schemas.openxmlformats.org/officeDocument/2006/relationships/customXml" Target="../customXml/item3.xml"/><Relationship Id="rId7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  <p:sldMasterId id="2147483660" r:id="rId3"/>
    <p:sldMasterId id="2147483672" r:id="rId4"/>
    <p:sldMasterId id="2147483684" r:id="rId5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</p:sldIdLst>
  <p:sldSz cx="12192000" cy="6858000"/>
  <p:notesSz cx="6858000" cy="9144000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slideMaster" Target="slideMasters/slideMaster12.xml"/><Relationship Id="rId4" Type="http://schemas.openxmlformats.org/officeDocument/2006/relationships/slideMaster" Target="slideMasters/slideMaster23.xml"/><Relationship Id="rId5" Type="http://schemas.openxmlformats.org/officeDocument/2006/relationships/slideMaster" Target="slideMasters/slideMaster34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schemas.openxmlformats.org/officeDocument/2006/relationships/slide" Target="slides/slide6.xml"/><Relationship Id="rId12" Type="http://schemas.openxmlformats.org/officeDocument/2006/relationships/slide" Target="slides/slide7.xml"/><Relationship Id="rId13" Type="http://schemas.openxmlformats.org/officeDocument/2006/relationships/slide" Target="slides/slide8.xml"/><Relationship Id="rId14" Type="http://schemas.openxmlformats.org/officeDocument/2006/relationships/slide" Target="slides/slide9.xml"/><Relationship Id="rId15" Type="http://schemas.openxmlformats.org/officeDocument/2006/relationships/slide" Target="slides/slide10.xml"/><Relationship Id="rId16" Type="http://schemas.openxmlformats.org/officeDocument/2006/relationships/slide" Target="slides/slide11.xml"/><Relationship Id="rId17" Type="http://schemas.openxmlformats.org/officeDocument/2006/relationships/slide" Target="slides/slide12.xml"/><Relationship Id="rId18" Type="http://schemas.openxmlformats.org/officeDocument/2006/relationships/slide" Target="slides/slide13.xml"/><Relationship Id="rId19" Type="http://schemas.openxmlformats.org/officeDocument/2006/relationships/slide" Target="slides/slide14.xml"/><Relationship Id="rId20" Type="http://schemas.openxmlformats.org/officeDocument/2006/relationships/slide" Target="slides/slide15.xml"/><Relationship Id="rId21" Type="http://schemas.openxmlformats.org/officeDocument/2006/relationships/slide" Target="slides/slide16.xml"/><Relationship Id="rId22" Type="http://schemas.openxmlformats.org/officeDocument/2006/relationships/slide" Target="slides/slide17.xml"/><Relationship Id="rId23" Type="http://schemas.openxmlformats.org/officeDocument/2006/relationships/slide" Target="slides/slide18.xml"/><Relationship Id="rId24" Type="http://schemas.openxmlformats.org/officeDocument/2006/relationships/slide" Target="slides/slide19.xml"/><Relationship Id="rId25" Type="http://schemas.openxmlformats.org/officeDocument/2006/relationships/slide" Target="slides/slide20.xml"/><Relationship Id="rId26" Type="http://schemas.openxmlformats.org/officeDocument/2006/relationships/slide" Target="slides/slide21.xml"/><Relationship Id="rId27" Type="http://schemas.openxmlformats.org/officeDocument/2006/relationships/slide" Target="slides/slide22.xml"/><Relationship Id="rId28" Type="http://schemas.openxmlformats.org/officeDocument/2006/relationships/slide" Target="slides/slide23.xml"/><Relationship Id="rId29" Type="http://schemas.openxmlformats.org/officeDocument/2006/relationships/slide" Target="slides/slide24.xml"/><Relationship Id="rId30" Type="http://schemas.openxmlformats.org/officeDocument/2006/relationships/slide" Target="slides/slide25.xml"/><Relationship Id="rId31" Type="http://schemas.openxmlformats.org/officeDocument/2006/relationships/slide" Target="slides/slide26.xml"/><Relationship Id="rId32" Type="http://schemas.openxmlformats.org/officeDocument/2006/relationships/slide" Target="slides/slide27.xml"/><Relationship Id="rId33" Type="http://schemas.openxmlformats.org/officeDocument/2006/relationships/presProps" Target="presProps.xml"/>
</Relationship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1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2.xml"/>
</Relationships>
</file>

<file path=ppt/slideLayouts/_rels/slideLayout2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<Relationship Id="rId2" Type="http://schemas.openxmlformats.org/officeDocument/2006/relationships/image" Target="../media/image1.jpeg"/>
</Relationships>
</file>

<file path=ppt/slideLayouts/_rels/slideLayout2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<Relationship Id="rId2" Type="http://schemas.openxmlformats.org/officeDocument/2006/relationships/image" Target="../media/image1.jpeg"/>
</Relationships>
</file>

<file path=ppt/slideLayouts/_rels/slideLayout2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<Relationship Id="rId2" Type="http://schemas.openxmlformats.org/officeDocument/2006/relationships/image" Target="../media/image1.jpeg"/>
</Relationships>
</file>

<file path=ppt/slideLayouts/_rels/slideLayout2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<Relationship Id="rId2" Type="http://schemas.openxmlformats.org/officeDocument/2006/relationships/image" Target="../media/image1.jpeg"/>
</Relationships>
</file>

<file path=ppt/slideLayouts/_rels/slideLayout2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<Relationship Id="rId2" Type="http://schemas.openxmlformats.org/officeDocument/2006/relationships/image" Target="../media/image1.jpeg"/>
</Relationships>
</file>

<file path=ppt/slideLayouts/_rels/slideLayout2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<Relationship Id="rId2" Type="http://schemas.openxmlformats.org/officeDocument/2006/relationships/image" Target="../media/image1.jpeg"/>
</Relationships>
</file>

<file path=ppt/slideLayouts/_rels/slideLayout2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<Relationship Id="rId2" Type="http://schemas.openxmlformats.org/officeDocument/2006/relationships/image" Target="../media/image1.jpeg"/>
</Relationships>
</file>

<file path=ppt/slideLayouts/_rels/slideLayout3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<Relationship Id="rId2" Type="http://schemas.openxmlformats.org/officeDocument/2006/relationships/image" Target="../media/image1.jpeg"/>
</Relationships>
</file>

<file path=ppt/slideLayouts/_rels/slideLayout3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<Relationship Id="rId2" Type="http://schemas.openxmlformats.org/officeDocument/2006/relationships/image" Target="../media/image1.jpeg"/>
</Relationships>
</file>

<file path=ppt/slideLayouts/_rels/slideLayout3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<Relationship Id="rId2" Type="http://schemas.openxmlformats.org/officeDocument/2006/relationships/image" Target="../media/image1.jpeg"/>
</Relationships>
</file>

<file path=ppt/slideLayouts/_rels/slideLayout3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23.xml"/><Relationship Id="rId2" Type="http://schemas.openxmlformats.org/officeDocument/2006/relationships/image" Target="../media/image1.jpeg"/>
</Relationships>
</file>

<file path=ppt/slideLayouts/_rels/slideLayout3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34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iapositiva titol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0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b">
            <a:noAutofit/>
          </a:bodyPr>
          <a:p>
            <a:pPr indent="0" algn="ctr" defTabSz="914040">
              <a:lnSpc>
                <a:spcPct val="90000"/>
              </a:lnSpc>
              <a:buNone/>
            </a:pPr>
            <a:r>
              <a:rPr b="0" lang="it-IT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" name="PlaceHolder 2"/>
          <p:cNvSpPr>
            <a:spLocks noGrp="1"/>
          </p:cNvSpPr>
          <p:nvPr>
            <p:ph type="dt" idx="1"/>
          </p:nvPr>
        </p:nvSpPr>
        <p:spPr>
          <a:xfrm>
            <a:off x="83808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" name="PlaceHolder 3"/>
          <p:cNvSpPr>
            <a:spLocks noGrp="1"/>
          </p:cNvSpPr>
          <p:nvPr>
            <p:ph type="ftr" idx="2"/>
          </p:nvPr>
        </p:nvSpPr>
        <p:spPr>
          <a:xfrm>
            <a:off x="4038480" y="6356880"/>
            <a:ext cx="41151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" name="PlaceHolder 4"/>
          <p:cNvSpPr>
            <a:spLocks noGrp="1"/>
          </p:cNvSpPr>
          <p:nvPr>
            <p:ph type="sldNum" idx="3"/>
          </p:nvPr>
        </p:nvSpPr>
        <p:spPr>
          <a:xfrm>
            <a:off x="861012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14BABCD-E4B6-4B7C-9B6C-93796078783D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Titolo e testo vertica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 defTabSz="914040">
              <a:lnSpc>
                <a:spcPct val="90000"/>
              </a:lnSpc>
              <a:buNone/>
            </a:pPr>
            <a:r>
              <a:rPr b="0" lang="it-IT" sz="436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3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 type="body"/>
          </p:nvPr>
        </p:nvSpPr>
        <p:spPr>
          <a:xfrm>
            <a:off x="838080" y="1826280"/>
            <a:ext cx="10515240" cy="43506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 vert="eaVert">
            <a:noAutofit/>
          </a:bodyPr>
          <a:p>
            <a:pPr marL="227520" indent="-227520" defTabSz="9140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74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74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44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39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39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192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97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197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59948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76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7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04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76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7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 type="dt" idx="4"/>
          </p:nvPr>
        </p:nvSpPr>
        <p:spPr>
          <a:xfrm>
            <a:off x="83808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4"/>
          <p:cNvSpPr>
            <a:spLocks noGrp="1"/>
          </p:cNvSpPr>
          <p:nvPr>
            <p:ph type="ftr" idx="5"/>
          </p:nvPr>
        </p:nvSpPr>
        <p:spPr>
          <a:xfrm>
            <a:off x="4038480" y="6356880"/>
            <a:ext cx="41151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" name="PlaceHolder 5"/>
          <p:cNvSpPr>
            <a:spLocks noGrp="1"/>
          </p:cNvSpPr>
          <p:nvPr>
            <p:ph type="sldNum" idx="6"/>
          </p:nvPr>
        </p:nvSpPr>
        <p:spPr>
          <a:xfrm>
            <a:off x="861012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FF094F8-AC3E-4489-B59F-E8DA1E166191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1_Titolo e testo vertical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 vert="eaVert">
            <a:noAutofit/>
          </a:bodyPr>
          <a:p>
            <a:pPr indent="0" defTabSz="914040">
              <a:lnSpc>
                <a:spcPct val="90000"/>
              </a:lnSpc>
              <a:buNone/>
            </a:pPr>
            <a:r>
              <a:rPr b="0" lang="it-IT" sz="436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3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 vert="eaVert">
            <a:noAutofit/>
          </a:bodyPr>
          <a:p>
            <a:pPr marL="227520" indent="-227520" defTabSz="9140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74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74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44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39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39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192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97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197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59948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76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7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04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76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7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" name="PlaceHolder 3"/>
          <p:cNvSpPr>
            <a:spLocks noGrp="1"/>
          </p:cNvSpPr>
          <p:nvPr>
            <p:ph type="dt" idx="7"/>
          </p:nvPr>
        </p:nvSpPr>
        <p:spPr>
          <a:xfrm>
            <a:off x="83808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" name="PlaceHolder 4"/>
          <p:cNvSpPr>
            <a:spLocks noGrp="1"/>
          </p:cNvSpPr>
          <p:nvPr>
            <p:ph type="ftr" idx="8"/>
          </p:nvPr>
        </p:nvSpPr>
        <p:spPr>
          <a:xfrm>
            <a:off x="4038480" y="6356880"/>
            <a:ext cx="41151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" name="PlaceHolder 5"/>
          <p:cNvSpPr>
            <a:spLocks noGrp="1"/>
          </p:cNvSpPr>
          <p:nvPr>
            <p:ph type="sldNum" idx="9"/>
          </p:nvPr>
        </p:nvSpPr>
        <p:spPr>
          <a:xfrm>
            <a:off x="861012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33552465-8036-4550-8EDC-885E59869FFB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olo e contenut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 defTabSz="914040">
              <a:lnSpc>
                <a:spcPct val="90000"/>
              </a:lnSpc>
              <a:buNone/>
            </a:pPr>
            <a:r>
              <a:rPr b="0" lang="it-IT" sz="436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3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" name="PlaceHolder 2"/>
          <p:cNvSpPr>
            <a:spLocks noGrp="1"/>
          </p:cNvSpPr>
          <p:nvPr>
            <p:ph type="body"/>
          </p:nvPr>
        </p:nvSpPr>
        <p:spPr>
          <a:xfrm>
            <a:off x="838080" y="1826280"/>
            <a:ext cx="10515240" cy="435060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227520" indent="-227520" defTabSz="9140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74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74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44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39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39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192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97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197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59948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76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7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04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76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7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" name="PlaceHolder 3"/>
          <p:cNvSpPr>
            <a:spLocks noGrp="1"/>
          </p:cNvSpPr>
          <p:nvPr>
            <p:ph type="dt" idx="10"/>
          </p:nvPr>
        </p:nvSpPr>
        <p:spPr>
          <a:xfrm>
            <a:off x="83808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1" name="PlaceHolder 4"/>
          <p:cNvSpPr>
            <a:spLocks noGrp="1"/>
          </p:cNvSpPr>
          <p:nvPr>
            <p:ph type="ftr" idx="11"/>
          </p:nvPr>
        </p:nvSpPr>
        <p:spPr>
          <a:xfrm>
            <a:off x="4038480" y="6356880"/>
            <a:ext cx="41151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2" name="PlaceHolder 5"/>
          <p:cNvSpPr>
            <a:spLocks noGrp="1"/>
          </p:cNvSpPr>
          <p:nvPr>
            <p:ph type="sldNum" idx="12"/>
          </p:nvPr>
        </p:nvSpPr>
        <p:spPr>
          <a:xfrm>
            <a:off x="861012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9C45995-3FEC-4693-93BD-5C602D616667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ntestazione sezione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b">
            <a:noAutofit/>
          </a:bodyPr>
          <a:p>
            <a:pPr indent="0" defTabSz="914040">
              <a:lnSpc>
                <a:spcPct val="90000"/>
              </a:lnSpc>
              <a:buNone/>
            </a:pPr>
            <a:r>
              <a:rPr b="0" lang="it-IT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5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 defTabSz="91404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it-IT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6" name="PlaceHolder 3"/>
          <p:cNvSpPr>
            <a:spLocks noGrp="1"/>
          </p:cNvSpPr>
          <p:nvPr>
            <p:ph type="dt" idx="13"/>
          </p:nvPr>
        </p:nvSpPr>
        <p:spPr>
          <a:xfrm>
            <a:off x="83808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7" name="PlaceHolder 4"/>
          <p:cNvSpPr>
            <a:spLocks noGrp="1"/>
          </p:cNvSpPr>
          <p:nvPr>
            <p:ph type="ftr" idx="14"/>
          </p:nvPr>
        </p:nvSpPr>
        <p:spPr>
          <a:xfrm>
            <a:off x="4038480" y="6356880"/>
            <a:ext cx="41151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28" name="PlaceHolder 5"/>
          <p:cNvSpPr>
            <a:spLocks noGrp="1"/>
          </p:cNvSpPr>
          <p:nvPr>
            <p:ph type="sldNum" idx="15"/>
          </p:nvPr>
        </p:nvSpPr>
        <p:spPr>
          <a:xfrm>
            <a:off x="861012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E6D92E5-3C5E-4C3E-A4F9-57F02B53D22B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ue contenuti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 defTabSz="914040">
              <a:lnSpc>
                <a:spcPct val="90000"/>
              </a:lnSpc>
              <a:buNone/>
            </a:pPr>
            <a:r>
              <a:rPr b="0" lang="it-IT" sz="436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3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1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227520" indent="-227520" defTabSz="9140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74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74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44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39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39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192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97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197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59948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76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7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04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76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7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2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227520" indent="-227520" defTabSz="9140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74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74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44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39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39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192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97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197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59948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76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7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04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76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7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3" name="PlaceHolder 4"/>
          <p:cNvSpPr>
            <a:spLocks noGrp="1"/>
          </p:cNvSpPr>
          <p:nvPr>
            <p:ph type="dt" idx="16"/>
          </p:nvPr>
        </p:nvSpPr>
        <p:spPr>
          <a:xfrm>
            <a:off x="83808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4" name="PlaceHolder 5"/>
          <p:cNvSpPr>
            <a:spLocks noGrp="1"/>
          </p:cNvSpPr>
          <p:nvPr>
            <p:ph type="ftr" idx="17"/>
          </p:nvPr>
        </p:nvSpPr>
        <p:spPr>
          <a:xfrm>
            <a:off x="4038480" y="6356880"/>
            <a:ext cx="41151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35" name="PlaceHolder 6"/>
          <p:cNvSpPr>
            <a:spLocks noGrp="1"/>
          </p:cNvSpPr>
          <p:nvPr>
            <p:ph type="sldNum" idx="18"/>
          </p:nvPr>
        </p:nvSpPr>
        <p:spPr>
          <a:xfrm>
            <a:off x="861012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573AD0-B43B-4322-9255-B0D25F26779A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front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7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 defTabSz="914040">
              <a:lnSpc>
                <a:spcPct val="90000"/>
              </a:lnSpc>
              <a:buNone/>
            </a:pPr>
            <a:r>
              <a:rPr b="0" lang="it-IT" sz="436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3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8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b">
            <a:noAutofit/>
          </a:bodyPr>
          <a:p>
            <a:pPr indent="0" defTabSz="91404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9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227520" indent="-227520" defTabSz="9140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74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74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44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39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39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192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97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197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59948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76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7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04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76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7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0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b">
            <a:noAutofit/>
          </a:bodyPr>
          <a:p>
            <a:pPr indent="0" defTabSz="91404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1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227520" indent="-227520" defTabSz="9140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74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74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44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39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39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192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97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197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59948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76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7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04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76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7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2" name="PlaceHolder 6"/>
          <p:cNvSpPr>
            <a:spLocks noGrp="1"/>
          </p:cNvSpPr>
          <p:nvPr>
            <p:ph type="dt" idx="19"/>
          </p:nvPr>
        </p:nvSpPr>
        <p:spPr>
          <a:xfrm>
            <a:off x="83808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3" name="PlaceHolder 7"/>
          <p:cNvSpPr>
            <a:spLocks noGrp="1"/>
          </p:cNvSpPr>
          <p:nvPr>
            <p:ph type="ftr" idx="20"/>
          </p:nvPr>
        </p:nvSpPr>
        <p:spPr>
          <a:xfrm>
            <a:off x="4038480" y="6356880"/>
            <a:ext cx="41151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4" name="PlaceHolder 8"/>
          <p:cNvSpPr>
            <a:spLocks noGrp="1"/>
          </p:cNvSpPr>
          <p:nvPr>
            <p:ph type="sldNum" idx="21"/>
          </p:nvPr>
        </p:nvSpPr>
        <p:spPr>
          <a:xfrm>
            <a:off x="861012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C82E2BF-D99E-4B7B-995C-4EF32750FAF6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Solo titolo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5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ctr">
            <a:noAutofit/>
          </a:bodyPr>
          <a:p>
            <a:pPr indent="0" defTabSz="914040">
              <a:lnSpc>
                <a:spcPct val="90000"/>
              </a:lnSpc>
              <a:buNone/>
            </a:pPr>
            <a:r>
              <a:rPr b="0" lang="it-IT" sz="436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36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7" name="PlaceHolder 2"/>
          <p:cNvSpPr>
            <a:spLocks noGrp="1"/>
          </p:cNvSpPr>
          <p:nvPr>
            <p:ph type="dt" idx="22"/>
          </p:nvPr>
        </p:nvSpPr>
        <p:spPr>
          <a:xfrm>
            <a:off x="83808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8" name="PlaceHolder 3"/>
          <p:cNvSpPr>
            <a:spLocks noGrp="1"/>
          </p:cNvSpPr>
          <p:nvPr>
            <p:ph type="ftr" idx="23"/>
          </p:nvPr>
        </p:nvSpPr>
        <p:spPr>
          <a:xfrm>
            <a:off x="4038480" y="6356880"/>
            <a:ext cx="41151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9" name="PlaceHolder 4"/>
          <p:cNvSpPr>
            <a:spLocks noGrp="1"/>
          </p:cNvSpPr>
          <p:nvPr>
            <p:ph type="sldNum" idx="24"/>
          </p:nvPr>
        </p:nvSpPr>
        <p:spPr>
          <a:xfrm>
            <a:off x="861012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D7D2013-28A6-45AA-9851-31C014A7B507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Vuota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0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PlaceHolder 1"/>
          <p:cNvSpPr>
            <a:spLocks noGrp="1"/>
          </p:cNvSpPr>
          <p:nvPr>
            <p:ph type="dt" idx="25"/>
          </p:nvPr>
        </p:nvSpPr>
        <p:spPr>
          <a:xfrm>
            <a:off x="83808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2" name="PlaceHolder 2"/>
          <p:cNvSpPr>
            <a:spLocks noGrp="1"/>
          </p:cNvSpPr>
          <p:nvPr>
            <p:ph type="ftr" idx="26"/>
          </p:nvPr>
        </p:nvSpPr>
        <p:spPr>
          <a:xfrm>
            <a:off x="4038480" y="6356880"/>
            <a:ext cx="41151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3" name="PlaceHolder 3"/>
          <p:cNvSpPr>
            <a:spLocks noGrp="1"/>
          </p:cNvSpPr>
          <p:nvPr>
            <p:ph type="sldNum" idx="27"/>
          </p:nvPr>
        </p:nvSpPr>
        <p:spPr>
          <a:xfrm>
            <a:off x="861012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222FF64-F13E-4327-BFC2-7B190E46BDAE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Contenuto con didascalia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4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b">
            <a:noAutofit/>
          </a:bodyPr>
          <a:p>
            <a:pPr indent="0" defTabSz="914040">
              <a:lnSpc>
                <a:spcPct val="90000"/>
              </a:lnSpc>
              <a:buNone/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6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marL="227520" indent="-227520" defTabSz="91404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44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192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59948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040" indent="-227520" defTabSz="914040">
              <a:lnSpc>
                <a:spcPct val="90000"/>
              </a:lnSpc>
              <a:spcBef>
                <a:spcPts val="502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7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 defTabSz="91404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it-IT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8" name="PlaceHolder 4"/>
          <p:cNvSpPr>
            <a:spLocks noGrp="1"/>
          </p:cNvSpPr>
          <p:nvPr>
            <p:ph type="dt" idx="28"/>
          </p:nvPr>
        </p:nvSpPr>
        <p:spPr>
          <a:xfrm>
            <a:off x="83808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59" name="PlaceHolder 5"/>
          <p:cNvSpPr>
            <a:spLocks noGrp="1"/>
          </p:cNvSpPr>
          <p:nvPr>
            <p:ph type="ftr" idx="29"/>
          </p:nvPr>
        </p:nvSpPr>
        <p:spPr>
          <a:xfrm>
            <a:off x="4038480" y="6356880"/>
            <a:ext cx="41151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0" name="PlaceHolder 6"/>
          <p:cNvSpPr>
            <a:spLocks noGrp="1"/>
          </p:cNvSpPr>
          <p:nvPr>
            <p:ph type="sldNum" idx="30"/>
          </p:nvPr>
        </p:nvSpPr>
        <p:spPr>
          <a:xfrm>
            <a:off x="861012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23C35AA-A360-40C1-A88A-DD26BBA2F9C6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Immagine con didascalia">
    <p:bg>
      <p:bgPr>
        <a:solidFill>
          <a:schemeClr val="lt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b">
            <a:noAutofit/>
          </a:bodyPr>
          <a:p>
            <a:pPr indent="0" defTabSz="914040">
              <a:lnSpc>
                <a:spcPct val="90000"/>
              </a:lnSpc>
              <a:buNone/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rm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sull'icona per inserire un'immagine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numCol="1" spcCol="0" lIns="91440" rIns="91440" tIns="45720" bIns="45720" anchor="t">
            <a:noAutofit/>
          </a:bodyPr>
          <a:p>
            <a:pPr indent="0" defTabSz="91404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it-IT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5" name="PlaceHolder 4"/>
          <p:cNvSpPr>
            <a:spLocks noGrp="1"/>
          </p:cNvSpPr>
          <p:nvPr>
            <p:ph type="dt" idx="31"/>
          </p:nvPr>
        </p:nvSpPr>
        <p:spPr>
          <a:xfrm>
            <a:off x="83808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6" name="PlaceHolder 5"/>
          <p:cNvSpPr>
            <a:spLocks noGrp="1"/>
          </p:cNvSpPr>
          <p:nvPr>
            <p:ph type="ftr" idx="32"/>
          </p:nvPr>
        </p:nvSpPr>
        <p:spPr>
          <a:xfrm>
            <a:off x="4038480" y="6356880"/>
            <a:ext cx="411516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67" name="PlaceHolder 6"/>
          <p:cNvSpPr>
            <a:spLocks noGrp="1"/>
          </p:cNvSpPr>
          <p:nvPr>
            <p:ph type="sldNum" idx="33"/>
          </p:nvPr>
        </p:nvSpPr>
        <p:spPr>
          <a:xfrm>
            <a:off x="8610120" y="6356880"/>
            <a:ext cx="274320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BE0C4F9-66E4-454A-BBD4-5D0087A6330A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it-IT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69" name="PlaceHolder 2"/>
          <p:cNvSpPr>
            <a:spLocks noGrp="1"/>
          </p:cNvSpPr>
          <p:nvPr>
            <p:ph type="dt" idx="3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0" name="PlaceHolder 3"/>
          <p:cNvSpPr>
            <a:spLocks noGrp="1"/>
          </p:cNvSpPr>
          <p:nvPr>
            <p:ph type="ftr" idx="3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1" name="PlaceHolder 4"/>
          <p:cNvSpPr>
            <a:spLocks noGrp="1"/>
          </p:cNvSpPr>
          <p:nvPr>
            <p:ph type="sldNum" idx="3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12E80A25-4501-42F6-B66F-6471099CAD3D}" type="slidenum"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2" name="PlaceHolder 5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</p:sldLayout>
</file>

<file path=ppt/slideLayouts/slideLayout1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Default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5" name="PlaceHolder 3"/>
          <p:cNvSpPr>
            <a:spLocks noGrp="1"/>
          </p:cNvSpPr>
          <p:nvPr>
            <p:ph type="dt" idx="3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6" name="PlaceHolder 4"/>
          <p:cNvSpPr>
            <a:spLocks noGrp="1"/>
          </p:cNvSpPr>
          <p:nvPr>
            <p:ph type="ftr" idx="3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7" name="PlaceHolder 5"/>
          <p:cNvSpPr>
            <a:spLocks noGrp="1"/>
          </p:cNvSpPr>
          <p:nvPr>
            <p:ph type="sldNum" idx="3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92A7E14-4C85-4C0A-A8A0-E75150AEC6E5}" type="slidenum"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Default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79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dt" idx="4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1" name="PlaceHolder 4"/>
          <p:cNvSpPr>
            <a:spLocks noGrp="1"/>
          </p:cNvSpPr>
          <p:nvPr>
            <p:ph type="ftr" idx="4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2" name="PlaceHolder 5"/>
          <p:cNvSpPr>
            <a:spLocks noGrp="1"/>
          </p:cNvSpPr>
          <p:nvPr>
            <p:ph type="sldNum" idx="4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7F4B59B4-5BE7-4319-B339-1260F78A15E5}" type="slidenum"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dt" idx="4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6" name="PlaceHolder 4"/>
          <p:cNvSpPr>
            <a:spLocks noGrp="1"/>
          </p:cNvSpPr>
          <p:nvPr>
            <p:ph type="ftr" idx="4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7" name="PlaceHolder 5"/>
          <p:cNvSpPr>
            <a:spLocks noGrp="1"/>
          </p:cNvSpPr>
          <p:nvPr>
            <p:ph type="sldNum" idx="4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AA0D419F-7A31-4E9D-8A76-9146DC1A5365}" type="slidenum"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89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it-IT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dt" idx="4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1" name="PlaceHolder 4"/>
          <p:cNvSpPr>
            <a:spLocks noGrp="1"/>
          </p:cNvSpPr>
          <p:nvPr>
            <p:ph type="ftr" idx="4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2" name="PlaceHolder 5"/>
          <p:cNvSpPr>
            <a:spLocks noGrp="1"/>
          </p:cNvSpPr>
          <p:nvPr>
            <p:ph type="sldNum" idx="4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4104143-6227-41A4-A8AE-DA97DD9318C0}" type="slidenum"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4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5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96" name="PlaceHolder 4"/>
          <p:cNvSpPr>
            <a:spLocks noGrp="1"/>
          </p:cNvSpPr>
          <p:nvPr>
            <p:ph type="dt" idx="4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7" name="PlaceHolder 5"/>
          <p:cNvSpPr>
            <a:spLocks noGrp="1"/>
          </p:cNvSpPr>
          <p:nvPr>
            <p:ph type="ftr" idx="5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8" name="PlaceHolder 6"/>
          <p:cNvSpPr>
            <a:spLocks noGrp="1"/>
          </p:cNvSpPr>
          <p:nvPr>
            <p:ph type="sldNum" idx="5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E8900AA-11BE-4EEE-84CF-ECE8BAB4DF50}" type="slidenum"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0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1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2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3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4" name="PlaceHolder 6"/>
          <p:cNvSpPr>
            <a:spLocks noGrp="1"/>
          </p:cNvSpPr>
          <p:nvPr>
            <p:ph type="dt" idx="5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5" name="PlaceHolder 7"/>
          <p:cNvSpPr>
            <a:spLocks noGrp="1"/>
          </p:cNvSpPr>
          <p:nvPr>
            <p:ph type="ftr" idx="5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6" name="PlaceHolder 8"/>
          <p:cNvSpPr>
            <a:spLocks noGrp="1"/>
          </p:cNvSpPr>
          <p:nvPr>
            <p:ph type="sldNum" idx="5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F245023-44F4-4770-8E2E-6EC7A31E4240}" type="slidenum"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1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 type="dt" idx="5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09" name="PlaceHolder 3"/>
          <p:cNvSpPr>
            <a:spLocks noGrp="1"/>
          </p:cNvSpPr>
          <p:nvPr>
            <p:ph type="ftr" idx="5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0" name="PlaceHolder 4"/>
          <p:cNvSpPr>
            <a:spLocks noGrp="1"/>
          </p:cNvSpPr>
          <p:nvPr>
            <p:ph type="sldNum" idx="5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D8B25720-FC7F-440D-B21D-E94ED904DE3B}" type="slidenum"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PlaceHolder 1"/>
          <p:cNvSpPr>
            <a:spLocks noGrp="1"/>
          </p:cNvSpPr>
          <p:nvPr>
            <p:ph type="dt" idx="5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2" name="PlaceHolder 2"/>
          <p:cNvSpPr>
            <a:spLocks noGrp="1"/>
          </p:cNvSpPr>
          <p:nvPr>
            <p:ph type="ftr" idx="5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3" name="PlaceHolder 3"/>
          <p:cNvSpPr>
            <a:spLocks noGrp="1"/>
          </p:cNvSpPr>
          <p:nvPr>
            <p:ph type="sldNum" idx="6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61B552A7-DD45-4EE0-8096-C2166823FF36}" type="slidenum"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5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6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it-IT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17" name="PlaceHolder 4"/>
          <p:cNvSpPr>
            <a:spLocks noGrp="1"/>
          </p:cNvSpPr>
          <p:nvPr>
            <p:ph type="dt" idx="6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8" name="PlaceHolder 5"/>
          <p:cNvSpPr>
            <a:spLocks noGrp="1"/>
          </p:cNvSpPr>
          <p:nvPr>
            <p:ph type="ftr" idx="6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19" name="PlaceHolder 6"/>
          <p:cNvSpPr>
            <a:spLocks noGrp="1"/>
          </p:cNvSpPr>
          <p:nvPr>
            <p:ph type="sldNum" idx="6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D23C2D9-E111-4F3D-A741-7426FBBEC17B}" type="slidenum"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1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marL="432000" indent="-3240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864000" indent="-3240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296000" indent="-2880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728000" indent="-2160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160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5" marL="2592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6" marL="3024000" indent="-2160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2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it-IT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per modificare stili del testo dello schema</a:t>
            </a:r>
            <a:endParaRPr b="0" lang="it-IT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3" name="PlaceHolder 4"/>
          <p:cNvSpPr>
            <a:spLocks noGrp="1"/>
          </p:cNvSpPr>
          <p:nvPr>
            <p:ph type="dt" idx="6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4" name="PlaceHolder 5"/>
          <p:cNvSpPr>
            <a:spLocks noGrp="1"/>
          </p:cNvSpPr>
          <p:nvPr>
            <p:ph type="ftr" idx="6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5" name="PlaceHolder 6"/>
          <p:cNvSpPr>
            <a:spLocks noGrp="1"/>
          </p:cNvSpPr>
          <p:nvPr>
            <p:ph type="sldNum" idx="6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64E3249-D0C2-4321-94DB-8EC877B4BDD8}" type="slidenum">
              <a:rPr b="0" lang="it-IT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" preserve="1">
  <p:cSld name="Default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1523880" y="1122480"/>
            <a:ext cx="9143640" cy="2387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algn="ctr" defTabSz="914400">
              <a:lnSpc>
                <a:spcPct val="90000"/>
              </a:lnSpc>
              <a:buNone/>
            </a:pPr>
            <a:r>
              <a:rPr b="0" lang="it-IT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 type="dt" idx="6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29" name="PlaceHolder 3"/>
          <p:cNvSpPr>
            <a:spLocks noGrp="1"/>
          </p:cNvSpPr>
          <p:nvPr>
            <p:ph type="ftr" idx="6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0" name="PlaceHolder 4"/>
          <p:cNvSpPr>
            <a:spLocks noGrp="1"/>
          </p:cNvSpPr>
          <p:nvPr>
            <p:ph type="sldNum" idx="6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7D9D6C2-04FD-4415-8F3B-33E336787983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x" preserve="1">
  <p:cSld name="Default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1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Modifica gli stili del testo dello schema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4" name="PlaceHolder 3"/>
          <p:cNvSpPr>
            <a:spLocks noGrp="1"/>
          </p:cNvSpPr>
          <p:nvPr>
            <p:ph type="dt" idx="7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5" name="PlaceHolder 4"/>
          <p:cNvSpPr>
            <a:spLocks noGrp="1"/>
          </p:cNvSpPr>
          <p:nvPr>
            <p:ph type="ftr" idx="7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36" name="PlaceHolder 5"/>
          <p:cNvSpPr>
            <a:spLocks noGrp="1"/>
          </p:cNvSpPr>
          <p:nvPr>
            <p:ph type="sldNum" idx="7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5D6D5F9-7CE5-442D-B27E-6DE3F9AF4FDC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vertTitleAndTx" preserve="1">
  <p:cSld name="Default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7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8" name="PlaceHolder 1"/>
          <p:cNvSpPr>
            <a:spLocks noGrp="1"/>
          </p:cNvSpPr>
          <p:nvPr>
            <p:ph type="title"/>
          </p:nvPr>
        </p:nvSpPr>
        <p:spPr>
          <a:xfrm>
            <a:off x="8724960" y="365040"/>
            <a:ext cx="262872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 vert="eaVert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39" name="PlaceHolder 2"/>
          <p:cNvSpPr>
            <a:spLocks noGrp="1"/>
          </p:cNvSpPr>
          <p:nvPr>
            <p:ph type="body"/>
          </p:nvPr>
        </p:nvSpPr>
        <p:spPr>
          <a:xfrm>
            <a:off x="838080" y="365040"/>
            <a:ext cx="7733880" cy="58114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 vert="eaVer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Modifica gli stili del testo dello schema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dt" idx="73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1" name="PlaceHolder 4"/>
          <p:cNvSpPr>
            <a:spLocks noGrp="1"/>
          </p:cNvSpPr>
          <p:nvPr>
            <p:ph type="ftr" idx="74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2" name="PlaceHolder 5"/>
          <p:cNvSpPr>
            <a:spLocks noGrp="1"/>
          </p:cNvSpPr>
          <p:nvPr>
            <p:ph type="sldNum" idx="75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859F0682-2B48-484B-A019-7EC8D3DF1639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Default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3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5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Modifica gli stili del testo dello schema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46" name="PlaceHolder 3"/>
          <p:cNvSpPr>
            <a:spLocks noGrp="1"/>
          </p:cNvSpPr>
          <p:nvPr>
            <p:ph type="dt" idx="76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7" name="PlaceHolder 4"/>
          <p:cNvSpPr>
            <a:spLocks noGrp="1"/>
          </p:cNvSpPr>
          <p:nvPr>
            <p:ph type="ftr" idx="77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48" name="PlaceHolder 5"/>
          <p:cNvSpPr>
            <a:spLocks noGrp="1"/>
          </p:cNvSpPr>
          <p:nvPr>
            <p:ph type="sldNum" idx="78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92763D7-802E-4B5F-9754-B3C5B8CDBDC0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9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0" name="PlaceHolder 1"/>
          <p:cNvSpPr>
            <a:spLocks noGrp="1"/>
          </p:cNvSpPr>
          <p:nvPr>
            <p:ph type="title"/>
          </p:nvPr>
        </p:nvSpPr>
        <p:spPr>
          <a:xfrm>
            <a:off x="831960" y="1709640"/>
            <a:ext cx="10515240" cy="28522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60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6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831960" y="4589640"/>
            <a:ext cx="10515240" cy="14997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it-IT" sz="2400" strike="noStrike" u="none">
                <a:solidFill>
                  <a:schemeClr val="dk1">
                    <a:tint val="75000"/>
                  </a:schemeClr>
                </a:solidFill>
                <a:effectLst/>
                <a:uFillTx/>
                <a:latin typeface="Calibri"/>
              </a:rPr>
              <a:t>Modifica gli stili del testo dello schema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2" name="PlaceHolder 3"/>
          <p:cNvSpPr>
            <a:spLocks noGrp="1"/>
          </p:cNvSpPr>
          <p:nvPr>
            <p:ph type="dt" idx="79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3" name="PlaceHolder 4"/>
          <p:cNvSpPr>
            <a:spLocks noGrp="1"/>
          </p:cNvSpPr>
          <p:nvPr>
            <p:ph type="ftr" idx="80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54" name="PlaceHolder 5"/>
          <p:cNvSpPr>
            <a:spLocks noGrp="1"/>
          </p:cNvSpPr>
          <p:nvPr>
            <p:ph type="sldNum" idx="81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C8EFDDB7-928D-42C9-83D2-C99963F3905E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Default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5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6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Modifica gli stili del testo dello schema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8" name="PlaceHolder 3"/>
          <p:cNvSpPr>
            <a:spLocks noGrp="1"/>
          </p:cNvSpPr>
          <p:nvPr>
            <p:ph type="body"/>
          </p:nvPr>
        </p:nvSpPr>
        <p:spPr>
          <a:xfrm>
            <a:off x="6172200" y="1825560"/>
            <a:ext cx="518112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Modifica gli stili del testo dello schema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59" name="PlaceHolder 4"/>
          <p:cNvSpPr>
            <a:spLocks noGrp="1"/>
          </p:cNvSpPr>
          <p:nvPr>
            <p:ph type="dt" idx="82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0" name="PlaceHolder 5"/>
          <p:cNvSpPr>
            <a:spLocks noGrp="1"/>
          </p:cNvSpPr>
          <p:nvPr>
            <p:ph type="ftr" idx="83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1" name="PlaceHolder 6"/>
          <p:cNvSpPr>
            <a:spLocks noGrp="1"/>
          </p:cNvSpPr>
          <p:nvPr>
            <p:ph type="sldNum" idx="84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28D1A501-2C2A-4641-81E4-78D7874E480A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2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3" name="PlaceHolder 1"/>
          <p:cNvSpPr>
            <a:spLocks noGrp="1"/>
          </p:cNvSpPr>
          <p:nvPr>
            <p:ph type="title"/>
          </p:nvPr>
        </p:nvSpPr>
        <p:spPr>
          <a:xfrm>
            <a:off x="8398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4" name="PlaceHolder 2"/>
          <p:cNvSpPr>
            <a:spLocks noGrp="1"/>
          </p:cNvSpPr>
          <p:nvPr>
            <p:ph type="body"/>
          </p:nvPr>
        </p:nvSpPr>
        <p:spPr>
          <a:xfrm>
            <a:off x="839880" y="1681200"/>
            <a:ext cx="515736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Modifica gli stili del testo dello schema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5" name="PlaceHolder 3"/>
          <p:cNvSpPr>
            <a:spLocks noGrp="1"/>
          </p:cNvSpPr>
          <p:nvPr>
            <p:ph type="body"/>
          </p:nvPr>
        </p:nvSpPr>
        <p:spPr>
          <a:xfrm>
            <a:off x="839880" y="2505240"/>
            <a:ext cx="515736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Modifica gli stili del testo dello schema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6" name="PlaceHolder 4"/>
          <p:cNvSpPr>
            <a:spLocks noGrp="1"/>
          </p:cNvSpPr>
          <p:nvPr>
            <p:ph type="body"/>
          </p:nvPr>
        </p:nvSpPr>
        <p:spPr>
          <a:xfrm>
            <a:off x="6172200" y="1681200"/>
            <a:ext cx="5182920" cy="823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1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Modifica gli stili del testo dello schema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7" name="PlaceHolder 5"/>
          <p:cNvSpPr>
            <a:spLocks noGrp="1"/>
          </p:cNvSpPr>
          <p:nvPr>
            <p:ph type="body"/>
          </p:nvPr>
        </p:nvSpPr>
        <p:spPr>
          <a:xfrm>
            <a:off x="6172200" y="2505240"/>
            <a:ext cx="5182920" cy="36842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Modifica gli stili del testo dello schema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68" name="PlaceHolder 6"/>
          <p:cNvSpPr>
            <a:spLocks noGrp="1"/>
          </p:cNvSpPr>
          <p:nvPr>
            <p:ph type="dt" idx="85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69" name="PlaceHolder 7"/>
          <p:cNvSpPr>
            <a:spLocks noGrp="1"/>
          </p:cNvSpPr>
          <p:nvPr>
            <p:ph type="ftr" idx="86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0" name="PlaceHolder 8"/>
          <p:cNvSpPr>
            <a:spLocks noGrp="1"/>
          </p:cNvSpPr>
          <p:nvPr>
            <p:ph type="sldNum" idx="87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ED3E495A-5D45-4431-9335-3FAC6415BEC3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Default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73" name="PlaceHolder 2"/>
          <p:cNvSpPr>
            <a:spLocks noGrp="1"/>
          </p:cNvSpPr>
          <p:nvPr>
            <p:ph type="dt" idx="88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4" name="PlaceHolder 3"/>
          <p:cNvSpPr>
            <a:spLocks noGrp="1"/>
          </p:cNvSpPr>
          <p:nvPr>
            <p:ph type="ftr" idx="89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5" name="PlaceHolder 4"/>
          <p:cNvSpPr>
            <a:spLocks noGrp="1"/>
          </p:cNvSpPr>
          <p:nvPr>
            <p:ph type="sldNum" idx="90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F9B4CA01-59FD-40A8-ABC0-8EE0ADC961E3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7" name="PlaceHolder 1"/>
          <p:cNvSpPr>
            <a:spLocks noGrp="1"/>
          </p:cNvSpPr>
          <p:nvPr>
            <p:ph type="dt" idx="91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8" name="PlaceHolder 2"/>
          <p:cNvSpPr>
            <a:spLocks noGrp="1"/>
          </p:cNvSpPr>
          <p:nvPr>
            <p:ph type="ftr" idx="92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79" name="PlaceHolder 3"/>
          <p:cNvSpPr>
            <a:spLocks noGrp="1"/>
          </p:cNvSpPr>
          <p:nvPr>
            <p:ph type="sldNum" idx="93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404606D7-16B1-4F66-BED0-F84E640E3DD6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0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2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Modifica gli stili del testo dello schema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3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it-IT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Modifica gli stili del testo dello schema</a:t>
            </a:r>
            <a:endParaRPr b="0" lang="it-IT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4" name="PlaceHolder 4"/>
          <p:cNvSpPr>
            <a:spLocks noGrp="1"/>
          </p:cNvSpPr>
          <p:nvPr>
            <p:ph type="dt" idx="94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5" name="PlaceHolder 5"/>
          <p:cNvSpPr>
            <a:spLocks noGrp="1"/>
          </p:cNvSpPr>
          <p:nvPr>
            <p:ph type="ftr" idx="95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86" name="PlaceHolder 6"/>
          <p:cNvSpPr>
            <a:spLocks noGrp="1"/>
          </p:cNvSpPr>
          <p:nvPr>
            <p:ph type="sldNum" idx="96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BFB848A9-1975-4060-B57B-E8A581A2F3DD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7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8" name="PlaceHolder 1"/>
          <p:cNvSpPr>
            <a:spLocks noGrp="1"/>
          </p:cNvSpPr>
          <p:nvPr>
            <p:ph type="title"/>
          </p:nvPr>
        </p:nvSpPr>
        <p:spPr>
          <a:xfrm>
            <a:off x="839880" y="457200"/>
            <a:ext cx="3931920" cy="159984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b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89" name="PlaceHolder 2"/>
          <p:cNvSpPr>
            <a:spLocks noGrp="1"/>
          </p:cNvSpPr>
          <p:nvPr>
            <p:ph type="body"/>
          </p:nvPr>
        </p:nvSpPr>
        <p:spPr>
          <a:xfrm>
            <a:off x="5183280" y="987480"/>
            <a:ext cx="6171840" cy="487332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45000" bIns="45000" anchor="t">
            <a:noAutofit/>
          </a:bodyPr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it-IT" sz="32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Fare clic sull'icona per inserire un'immagine</a:t>
            </a:r>
            <a:endParaRPr b="0" lang="it-IT" sz="32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0" name="PlaceHolder 3"/>
          <p:cNvSpPr>
            <a:spLocks noGrp="1"/>
          </p:cNvSpPr>
          <p:nvPr>
            <p:ph type="body"/>
          </p:nvPr>
        </p:nvSpPr>
        <p:spPr>
          <a:xfrm>
            <a:off x="839880" y="2057400"/>
            <a:ext cx="3931920" cy="381132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indent="0" defTabSz="914400">
              <a:lnSpc>
                <a:spcPct val="90000"/>
              </a:lnSpc>
              <a:spcBef>
                <a:spcPts val="1001"/>
              </a:spcBef>
              <a:buNone/>
              <a:tabLst>
                <a:tab algn="l" pos="0"/>
              </a:tabLst>
            </a:pPr>
            <a:r>
              <a:rPr b="0" lang="it-IT" sz="16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Modifica gli stili del testo dello schema</a:t>
            </a:r>
            <a:endParaRPr b="0" lang="it-IT" sz="16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1" name="PlaceHolder 4"/>
          <p:cNvSpPr>
            <a:spLocks noGrp="1"/>
          </p:cNvSpPr>
          <p:nvPr>
            <p:ph type="dt" idx="97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2" name="PlaceHolder 5"/>
          <p:cNvSpPr>
            <a:spLocks noGrp="1"/>
          </p:cNvSpPr>
          <p:nvPr>
            <p:ph type="ftr" idx="98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3" name="PlaceHolder 6"/>
          <p:cNvSpPr>
            <a:spLocks noGrp="1"/>
          </p:cNvSpPr>
          <p:nvPr>
            <p:ph type="sldNum" idx="99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94134C94-0655-4887-A9B0-DBA918889054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sldLayout>
</file>

<file path=ppt/slideLayouts/slideLayout3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olo e contenuto_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52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spAutoFit/>
          </a:bodyPr>
          <a:p>
            <a:pPr indent="0">
              <a:buNone/>
            </a:pP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201" name="PlaceHolder 2"/>
          <p:cNvSpPr>
            <a:spLocks noGrp="1"/>
          </p:cNvSpPr>
          <p:nvPr>
            <p:ph/>
          </p:nvPr>
        </p:nvSpPr>
        <p:spPr>
          <a:xfrm>
            <a:off x="838080" y="1826280"/>
            <a:ext cx="10515240" cy="43506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indent="0">
              <a:lnSpc>
                <a:spcPct val="90000"/>
              </a:lnSpc>
              <a:spcBef>
                <a:spcPts val="1417"/>
              </a:spcBef>
              <a:buNone/>
            </a:pPr>
            <a:endParaRPr b="0" lang="it-IT" sz="274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4" name="PlaceHolder 3"/>
          <p:cNvSpPr>
            <a:spLocks noGrp="1"/>
          </p:cNvSpPr>
          <p:nvPr>
            <p:ph type="ftr" idx="101"/>
          </p:nvPr>
        </p:nvSpPr>
        <p:spPr/>
        <p:txBody>
          <a:bodyPr/>
          <a:p>
            <a:r>
              <a:t>Footer</a:t>
            </a:r>
          </a:p>
        </p:txBody>
      </p:sp>
      <p:sp>
        <p:nvSpPr>
          <p:cNvPr id="5" name="PlaceHolder 4"/>
          <p:cNvSpPr>
            <a:spLocks noGrp="1"/>
          </p:cNvSpPr>
          <p:nvPr>
            <p:ph type="sldNum" idx="102"/>
          </p:nvPr>
        </p:nvSpPr>
        <p:spPr/>
        <p:txBody>
          <a:bodyPr/>
          <a:p>
            <a:fld id="{CFFF77A3-7020-4258-AE8A-C9DE5F05890D}" type="slidenum">
              <a:t>&lt;#&gt;</a:t>
            </a:fld>
          </a:p>
        </p:txBody>
      </p:sp>
      <p:sp>
        <p:nvSpPr>
          <p:cNvPr id="6" name="PlaceHolder 5"/>
          <p:cNvSpPr>
            <a:spLocks noGrp="1"/>
          </p:cNvSpPr>
          <p:nvPr>
            <p:ph type="dt" idx="100"/>
          </p:nvPr>
        </p:nvSpPr>
        <p:spPr/>
        <p:txBody>
          <a:bodyPr/>
          <a:p>
            <a:r>
              <a:rPr lang="en-US"/>
              <a:t/>
            </a: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
</Relationships>
</file>

<file path=ppt/slideMasters/_rels/slideMaster12.xml.rels><?xml version="1.0" encoding="UTF-8"?>
<Relationships xmlns="http://schemas.openxmlformats.org/package/2006/relationships"><Relationship Id="rId1" Type="http://schemas.openxmlformats.org/officeDocument/2006/relationships/theme" Target="../theme/theme2.xml"/><Relationship Id="rId2" Type="http://schemas.openxmlformats.org/officeDocument/2006/relationships/slideLayout" Target="../slideLayouts/slideLayout12.xml"/><Relationship Id="rId3" Type="http://schemas.openxmlformats.org/officeDocument/2006/relationships/slideLayout" Target="../slideLayouts/slideLayout13.xml"/><Relationship Id="rId4" Type="http://schemas.openxmlformats.org/officeDocument/2006/relationships/slideLayout" Target="../slideLayouts/slideLayout14.xml"/><Relationship Id="rId5" Type="http://schemas.openxmlformats.org/officeDocument/2006/relationships/slideLayout" Target="../slideLayouts/slideLayout15.xml"/><Relationship Id="rId6" Type="http://schemas.openxmlformats.org/officeDocument/2006/relationships/slideLayout" Target="../slideLayouts/slideLayout16.xml"/><Relationship Id="rId7" Type="http://schemas.openxmlformats.org/officeDocument/2006/relationships/slideLayout" Target="../slideLayouts/slideLayout17.xml"/><Relationship Id="rId8" Type="http://schemas.openxmlformats.org/officeDocument/2006/relationships/slideLayout" Target="../slideLayouts/slideLayout18.xml"/><Relationship Id="rId9" Type="http://schemas.openxmlformats.org/officeDocument/2006/relationships/slideLayout" Target="../slideLayouts/slideLayout19.xml"/><Relationship Id="rId10" Type="http://schemas.openxmlformats.org/officeDocument/2006/relationships/slideLayout" Target="../slideLayouts/slideLayout20.xml"/><Relationship Id="rId11" Type="http://schemas.openxmlformats.org/officeDocument/2006/relationships/slideLayout" Target="../slideLayouts/slideLayout21.xml"/><Relationship Id="rId12" Type="http://schemas.openxmlformats.org/officeDocument/2006/relationships/slideLayout" Target="../slideLayouts/slideLayout22.xml"/>
</Relationships>
</file>

<file path=ppt/slideMasters/_rels/slideMaster23.xml.rels><?xml version="1.0" encoding="UTF-8"?>
<Relationships xmlns="http://schemas.openxmlformats.org/package/2006/relationships"><Relationship Id="rId1" Type="http://schemas.openxmlformats.org/officeDocument/2006/relationships/theme" Target="../theme/theme3.xml"/><Relationship Id="rId2" Type="http://schemas.openxmlformats.org/officeDocument/2006/relationships/slideLayout" Target="../slideLayouts/slideLayout23.xml"/><Relationship Id="rId3" Type="http://schemas.openxmlformats.org/officeDocument/2006/relationships/slideLayout" Target="../slideLayouts/slideLayout24.xml"/><Relationship Id="rId4" Type="http://schemas.openxmlformats.org/officeDocument/2006/relationships/slideLayout" Target="../slideLayouts/slideLayout25.xml"/><Relationship Id="rId5" Type="http://schemas.openxmlformats.org/officeDocument/2006/relationships/slideLayout" Target="../slideLayouts/slideLayout26.xml"/><Relationship Id="rId6" Type="http://schemas.openxmlformats.org/officeDocument/2006/relationships/slideLayout" Target="../slideLayouts/slideLayout27.xml"/><Relationship Id="rId7" Type="http://schemas.openxmlformats.org/officeDocument/2006/relationships/slideLayout" Target="../slideLayouts/slideLayout28.xml"/><Relationship Id="rId8" Type="http://schemas.openxmlformats.org/officeDocument/2006/relationships/slideLayout" Target="../slideLayouts/slideLayout29.xml"/><Relationship Id="rId9" Type="http://schemas.openxmlformats.org/officeDocument/2006/relationships/slideLayout" Target="../slideLayouts/slideLayout30.xml"/><Relationship Id="rId10" Type="http://schemas.openxmlformats.org/officeDocument/2006/relationships/slideLayout" Target="../slideLayouts/slideLayout31.xml"/><Relationship Id="rId11" Type="http://schemas.openxmlformats.org/officeDocument/2006/relationships/slideLayout" Target="../slideLayouts/slideLayout32.xml"/><Relationship Id="rId12" Type="http://schemas.openxmlformats.org/officeDocument/2006/relationships/slideLayout" Target="../slideLayouts/slideLayout33.xml"/>
</Relationships>
</file>

<file path=ppt/slideMasters/_rels/slideMaster34.xml.rels><?xml version="1.0" encoding="UTF-8"?>
<Relationships xmlns="http://schemas.openxmlformats.org/package/2006/relationships"><Relationship Id="rId1" Type="http://schemas.openxmlformats.org/officeDocument/2006/relationships/theme" Target="../theme/theme4.xml"/><Relationship Id="rId2" Type="http://schemas.openxmlformats.org/officeDocument/2006/relationships/image" Target="../media/image1.jpeg"/><Relationship Id="rId3" Type="http://schemas.openxmlformats.org/officeDocument/2006/relationships/slideLayout" Target="../slideLayouts/slideLayout34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</p:sldMaster>
</file>

<file path=ppt/slideMasters/slideMaster12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</p:sldLayoutIdLst>
</p:sldMaster>
</file>

<file path=ppt/slideMasters/slideMaster23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73" r:id="rId2"/>
    <p:sldLayoutId id="2147483674" r:id="rId3"/>
    <p:sldLayoutId id="2147483675" r:id="rId4"/>
    <p:sldLayoutId id="2147483676" r:id="rId5"/>
    <p:sldLayoutId id="2147483677" r:id="rId6"/>
    <p:sldLayoutId id="2147483678" r:id="rId7"/>
    <p:sldLayoutId id="2147483679" r:id="rId8"/>
    <p:sldLayoutId id="2147483680" r:id="rId9"/>
    <p:sldLayoutId id="2147483681" r:id="rId10"/>
    <p:sldLayoutId id="2147483682" r:id="rId11"/>
    <p:sldLayoutId id="2147483683" r:id="rId12"/>
  </p:sldLayoutIdLst>
</p:sldMaster>
</file>

<file path=ppt/slideMasters/slideMaster34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" name="Picture 11" descr="Footer_management.jpg                                          00004219Scambio                        C4A23297:"/>
          <p:cNvPicPr/>
          <p:nvPr/>
        </p:nvPicPr>
        <p:blipFill>
          <a:blip r:embed="rId2"/>
          <a:stretch/>
        </p:blipFill>
        <p:spPr>
          <a:xfrm>
            <a:off x="0" y="6100200"/>
            <a:ext cx="12191760" cy="757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95" name="PlaceHolder 1"/>
          <p:cNvSpPr>
            <a:spLocks noGrp="1"/>
          </p:cNvSpPr>
          <p:nvPr>
            <p:ph type="title"/>
          </p:nvPr>
        </p:nvSpPr>
        <p:spPr>
          <a:xfrm>
            <a:off x="838080" y="365040"/>
            <a:ext cx="10515240" cy="13251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p>
            <a:pPr indent="0" defTabSz="914400">
              <a:lnSpc>
                <a:spcPct val="90000"/>
              </a:lnSpc>
              <a:buNone/>
            </a:pPr>
            <a:r>
              <a:rPr b="0" lang="it-IT" sz="4400" strike="noStrike" u="none">
                <a:solidFill>
                  <a:schemeClr val="dk1"/>
                </a:solidFill>
                <a:effectLst/>
                <a:uFillTx/>
                <a:latin typeface="Calibri Light"/>
              </a:rPr>
              <a:t>Fare clic per modificare lo stile del titolo</a:t>
            </a:r>
            <a:endParaRPr b="0" lang="it-IT" sz="4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6" name="PlaceHolder 2"/>
          <p:cNvSpPr>
            <a:spLocks noGrp="1"/>
          </p:cNvSpPr>
          <p:nvPr>
            <p:ph type="body"/>
          </p:nvPr>
        </p:nvSpPr>
        <p:spPr>
          <a:xfrm>
            <a:off x="838080" y="1825560"/>
            <a:ext cx="10515240" cy="435096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t">
            <a:noAutofit/>
          </a:bodyPr>
          <a:p>
            <a:pPr marL="228600" indent="-228600" defTabSz="914400">
              <a:lnSpc>
                <a:spcPct val="90000"/>
              </a:lnSpc>
              <a:spcBef>
                <a:spcPts val="1001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Modifica gli stili del testo dello schema</a:t>
            </a:r>
            <a:endParaRPr b="0" lang="it-IT" sz="2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1" marL="6858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4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Secondo livello</a:t>
            </a:r>
            <a:endParaRPr b="0" lang="it-IT" sz="24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2" marL="11430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20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Terzo livello</a:t>
            </a:r>
            <a:endParaRPr b="0" lang="it-IT" sz="20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3" marL="16002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Quarto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lvl="4" marL="2057400" indent="-228600" defTabSz="914400">
              <a:lnSpc>
                <a:spcPct val="90000"/>
              </a:lnSpc>
              <a:spcBef>
                <a:spcPts val="499"/>
              </a:spcBef>
              <a:buClr>
                <a:srgbClr val="000000"/>
              </a:buClr>
              <a:buFont typeface="Arial"/>
              <a:buChar char="•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Calibri"/>
              </a:rPr>
              <a:t>Quinto livello</a:t>
            </a:r>
            <a:endParaRPr b="0" lang="it-IT" sz="1800" strike="noStrike" u="non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197" name="PlaceHolder 3"/>
          <p:cNvSpPr>
            <a:spLocks noGrp="1"/>
          </p:cNvSpPr>
          <p:nvPr>
            <p:ph type="dt" idx="100"/>
          </p:nvPr>
        </p:nvSpPr>
        <p:spPr>
          <a:xfrm>
            <a:off x="8380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defTabSz="914400">
              <a:lnSpc>
                <a:spcPct val="100000"/>
              </a:lnSpc>
              <a:buNone/>
              <a:tabLst>
                <a:tab algn="l" pos="0"/>
              </a:tabLst>
              <a:def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defTabSz="914400"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GB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&lt;date/time&gt;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8" name="PlaceHolder 4"/>
          <p:cNvSpPr>
            <a:spLocks noGrp="1"/>
          </p:cNvSpPr>
          <p:nvPr>
            <p:ph type="ftr" idx="101"/>
          </p:nvPr>
        </p:nvSpPr>
        <p:spPr>
          <a:xfrm>
            <a:off x="4038480" y="6356520"/>
            <a:ext cx="41144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ctr">
              <a:buNone/>
              <a:def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ctr">
              <a:buNone/>
            </a:pPr>
            <a:r>
              <a:rPr b="0" lang="en-US" sz="1400" strike="noStrike" u="none">
                <a:solidFill>
                  <a:srgbClr val="000000"/>
                </a:solidFill>
                <a:effectLst/>
                <a:uFillTx/>
                <a:latin typeface="Times New Roman"/>
              </a:rPr>
              <a:t>&lt;footer&gt;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199" name="PlaceHolder 5"/>
          <p:cNvSpPr>
            <a:spLocks noGrp="1"/>
          </p:cNvSpPr>
          <p:nvPr>
            <p:ph type="sldNum" idx="102"/>
          </p:nvPr>
        </p:nvSpPr>
        <p:spPr>
          <a:xfrm>
            <a:off x="8610480" y="6356520"/>
            <a:ext cx="2742840" cy="364680"/>
          </a:xfrm>
          <a:prstGeom prst="rect">
            <a:avLst/>
          </a:prstGeom>
          <a:noFill/>
          <a:ln w="0">
            <a:noFill/>
          </a:ln>
        </p:spPr>
        <p:txBody>
          <a:bodyPr lIns="91440" rIns="91440" tIns="45720" bIns="45720" anchor="ctr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algn="l" pos="0"/>
              </a:tabLst>
              <a:def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algn="l" pos="0"/>
              </a:tabLst>
            </a:pPr>
            <a:fld id="{5A195B60-1E88-4E86-9C28-A31B182C30EF}" type="slidenum">
              <a:rPr b="0" lang="en-US" sz="1200" strike="noStrike" u="none">
                <a:solidFill>
                  <a:srgbClr val="8b8b8b"/>
                </a:solidFill>
                <a:effectLst/>
                <a:uFillTx/>
                <a:latin typeface="Calibri"/>
              </a:rPr>
              <a:t>&lt;number&gt;</a:t>
            </a:fld>
            <a:endParaRPr b="0" lang="en-US" sz="1200" strike="noStrike" u="non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85" r:id="rId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slideLayout" Target="../slideLayouts/slideLayout12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26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8.png"/><Relationship Id="rId3" Type="http://schemas.openxmlformats.org/officeDocument/2006/relationships/image" Target="../media/image9.png"/><Relationship Id="rId4" Type="http://schemas.openxmlformats.org/officeDocument/2006/relationships/slideLayout" Target="../slideLayouts/slideLayout26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26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34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10.jpeg"/><Relationship Id="rId3" Type="http://schemas.openxmlformats.org/officeDocument/2006/relationships/image" Target="../media/image11.png"/><Relationship Id="rId4" Type="http://schemas.openxmlformats.org/officeDocument/2006/relationships/slideLayout" Target="../slideLayouts/slideLayout4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4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Immagine 4" descr=""/>
          <p:cNvPicPr/>
          <p:nvPr/>
        </p:nvPicPr>
        <p:blipFill>
          <a:blip r:embed="rId1"/>
          <a:stretch/>
        </p:blipFill>
        <p:spPr>
          <a:xfrm>
            <a:off x="612720" y="520560"/>
            <a:ext cx="2036880" cy="87156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3" name="Immagine 6" descr=""/>
          <p:cNvPicPr/>
          <p:nvPr/>
        </p:nvPicPr>
        <p:blipFill>
          <a:blip r:embed="rId2"/>
          <a:stretch/>
        </p:blipFill>
        <p:spPr>
          <a:xfrm>
            <a:off x="504360" y="5160960"/>
            <a:ext cx="1143720" cy="6094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04" name="Immagine 7" descr=""/>
          <p:cNvPicPr/>
          <p:nvPr/>
        </p:nvPicPr>
        <p:blipFill>
          <a:blip r:embed="rId3"/>
          <a:srcRect l="0" t="0" r="50237" b="0"/>
          <a:stretch/>
        </p:blipFill>
        <p:spPr>
          <a:xfrm>
            <a:off x="9225720" y="393480"/>
            <a:ext cx="2952360" cy="590256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205" name="Connettore 1 9"/>
          <p:cNvCxnSpPr/>
          <p:nvPr/>
        </p:nvCxnSpPr>
        <p:spPr>
          <a:xfrm>
            <a:off x="590400" y="5743080"/>
            <a:ext cx="972756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06" name="Immagine 3" descr=""/>
          <p:cNvPicPr/>
          <p:nvPr/>
        </p:nvPicPr>
        <p:blipFill>
          <a:blip r:embed="rId4"/>
          <a:stretch/>
        </p:blipFill>
        <p:spPr>
          <a:xfrm>
            <a:off x="666720" y="1572840"/>
            <a:ext cx="2882520" cy="10674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7" name="CasellaDiTesto 1"/>
          <p:cNvSpPr/>
          <p:nvPr/>
        </p:nvSpPr>
        <p:spPr>
          <a:xfrm>
            <a:off x="612720" y="2667960"/>
            <a:ext cx="7745760" cy="23079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it-IT" sz="60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Arial Nova Cond"/>
              </a:rPr>
              <a:t>Indagine sulla </a:t>
            </a:r>
            <a:r>
              <a:rPr b="1" lang="it-IT" sz="7200" strike="noStrike" u="none">
                <a:solidFill>
                  <a:schemeClr val="dk1">
                    <a:lumMod val="75000"/>
                    <a:lumOff val="25000"/>
                  </a:schemeClr>
                </a:solidFill>
                <a:effectLst/>
                <a:uFillTx/>
                <a:latin typeface="Arial Nova Cond"/>
              </a:rPr>
              <a:t>Cultura HSE in XXX</a:t>
            </a:r>
            <a:endParaRPr b="0" lang="en-US" sz="7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8" name="CasellaDiTesto 2"/>
          <p:cNvSpPr/>
          <p:nvPr/>
        </p:nvSpPr>
        <p:spPr>
          <a:xfrm>
            <a:off x="590400" y="5770800"/>
            <a:ext cx="6964920" cy="3690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Marzo 2026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9" name="Immagine 8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0" name="CasellaDiTesto 9"/>
          <p:cNvSpPr/>
          <p:nvPr/>
        </p:nvSpPr>
        <p:spPr>
          <a:xfrm>
            <a:off x="504360" y="252000"/>
            <a:ext cx="1002996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2800" strike="noStrike" u="none">
                <a:solidFill>
                  <a:srgbClr val="404040"/>
                </a:solidFill>
                <a:effectLst/>
                <a:uFillTx/>
                <a:latin typeface="Arial Nova Cond"/>
                <a:ea typeface="Malgun Gothic"/>
              </a:rPr>
              <a:t>Laboratorio HSE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1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sp>
        <p:nvSpPr>
          <p:cNvPr id="212" name="CasellaDiTesto 2"/>
          <p:cNvSpPr/>
          <p:nvPr/>
        </p:nvSpPr>
        <p:spPr>
          <a:xfrm>
            <a:off x="504360" y="893880"/>
            <a:ext cx="11163960" cy="2298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spcAft>
                <a:spcPts val="1199"/>
              </a:spcAft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Il 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Laboratorio HSE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è un progetto di approfondimento sui modelli organizzativi </a:t>
            </a:r>
            <a:r>
              <a:rPr b="0" i="1" lang="it-IT" sz="14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Health, Safety &amp; Environment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, condotto dall’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Istituto di Management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della 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Scuola Superiore Sant’Anna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.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Aft>
                <a:spcPts val="1199"/>
              </a:spcAft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Dal 2017 ad oggi, le attività del LabHSE si concentrano sullo sviluppo di 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strumenti di misurazione e analisi delle prestazioni dei modelli HSE,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volti a supportare le imprese partecipanti nel loro percorso di miglioramento. Tali strumenti sono sviluppati in stretta collaborazione con, e applicati da, numerose realtà aziendali italiane: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Aft>
                <a:spcPts val="1199"/>
              </a:spcAft>
              <a:tabLst>
                <a:tab algn="l" pos="0"/>
              </a:tabLst>
            </a:pP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 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13" name="Immagine 22" descr=""/>
          <p:cNvPicPr/>
          <p:nvPr/>
        </p:nvPicPr>
        <p:blipFill>
          <a:blip r:embed="rId2"/>
          <a:stretch/>
        </p:blipFill>
        <p:spPr>
          <a:xfrm>
            <a:off x="1281960" y="2817720"/>
            <a:ext cx="9627840" cy="314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CasellaDiTesto 38"/>
          <p:cNvSpPr/>
          <p:nvPr/>
        </p:nvSpPr>
        <p:spPr>
          <a:xfrm>
            <a:off x="504360" y="167400"/>
            <a:ext cx="9321840" cy="73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L’indagine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15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16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7" name="CasellaDiTesto 12"/>
          <p:cNvSpPr/>
          <p:nvPr/>
        </p:nvSpPr>
        <p:spPr>
          <a:xfrm>
            <a:off x="504360" y="1092600"/>
            <a:ext cx="11163960" cy="46162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50000"/>
              </a:lnSpc>
            </a:pPr>
            <a:r>
              <a:rPr b="0" lang="it-IT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Il report presenta i risultati della </a:t>
            </a:r>
            <a:r>
              <a:rPr b="1" lang="it-IT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rilevazione della Cultura organizzativa percepita in ambito Health, Safety &amp; Environment (HSE)</a:t>
            </a:r>
            <a:r>
              <a:rPr b="0" lang="it-IT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– di seguito Cultura HSE – condotta nell’ambito del Laboratorio HSE della Scuola Superiore Sant’Anna (SSSA), tra gennaio e febbraio 2026. La rilevazione si è servita di un questionario sviluppato in collaborazione con i ricercatori dell’Istituto di Management della SSSA</a:t>
            </a:r>
            <a:r>
              <a:rPr b="1" lang="it-IT" sz="1400" strike="noStrike" u="none">
                <a:solidFill>
                  <a:schemeClr val="dk1"/>
                </a:solidFill>
                <a:effectLst/>
                <a:uFillTx/>
                <a:latin typeface="Arial Nova"/>
              </a:rPr>
              <a:t>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</a:pPr>
            <a:r>
              <a:rPr b="1" lang="it-IT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Cos’è la Cultura HSE?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</a:pPr>
            <a:r>
              <a:rPr b="0" lang="it-IT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La Cultura HSE è una componente della cultura organizzativa che si riferisce a valori e credenze, agli individui, ai posti di lavoro e alle caratteristiche organizzative che influenzano la salute e la sicurezza dei dipendenti e l’ambiente. L'obiettivo di una cultura HSE positiva è creare un'atmosfera in cui i dipendenti siano consapevoli e responsabili dei rischi sul loro posto di lavoro, siano costantemente in guardia contro di loro ed evitino di intraprendere azioni non sicure.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</a:pP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</a:pPr>
            <a:r>
              <a:rPr b="1" lang="it-IT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Come rilevare la Cultura HSE in azienda?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</a:pPr>
            <a:r>
              <a:rPr b="0" lang="it-IT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Lo sviluppo di un framework teorico di riferimento per la misurazione della Cultura HSE si è servito di una revisione sistemica della letteratura accademica e di ambito </a:t>
            </a:r>
            <a:r>
              <a:rPr b="0" i="1" lang="it-IT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practitioner</a:t>
            </a:r>
            <a:r>
              <a:rPr b="0" lang="it-IT" sz="14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 e consulenziale inerente la definizione e rilevazione della Cultura HSE. La revisione sistemica della letteratura è stata condotta sui principali database di pubblicazioni scientifiche e ha preso in esame 138 pubblicazioni.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18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19" name="Immagine 8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0" name="CasellaDiTesto 7"/>
          <p:cNvSpPr/>
          <p:nvPr/>
        </p:nvSpPr>
        <p:spPr>
          <a:xfrm>
            <a:off x="504360" y="230760"/>
            <a:ext cx="1002996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2800" strike="noStrike" u="none">
                <a:solidFill>
                  <a:srgbClr val="404040"/>
                </a:solidFill>
                <a:effectLst/>
                <a:uFillTx/>
                <a:latin typeface="Arial Nova Cond"/>
                <a:ea typeface="Malgun Gothic"/>
              </a:rPr>
              <a:t>La misurazione della Cultura HSE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Rettangolo 14"/>
          <p:cNvSpPr/>
          <p:nvPr/>
        </p:nvSpPr>
        <p:spPr>
          <a:xfrm>
            <a:off x="504360" y="897840"/>
            <a:ext cx="11163960" cy="198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5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L’approccio del LabHSE alla misurazione della Cultura HSE si focalizza sulle </a:t>
            </a:r>
            <a:r>
              <a:rPr b="1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manifestazioni esteriori di una Cultura HSE positiva </a:t>
            </a:r>
            <a:r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– nella forma di pratiche, iniziative, comportamenti, etc. –</a:t>
            </a:r>
            <a:r>
              <a:rPr b="1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 </a:t>
            </a:r>
            <a:r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sul luogo di lavoro, con l’obiettivo di identificare </a:t>
            </a:r>
            <a:r>
              <a:rPr b="1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ambiti di miglioramento </a:t>
            </a:r>
            <a:r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e </a:t>
            </a:r>
            <a:r>
              <a:rPr b="1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iniziative di rafforzamento mirate</a:t>
            </a:r>
            <a:r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just" defTabSz="914400">
              <a:lnSpc>
                <a:spcPct val="15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Sulla base della revisione di più di 100 studi scientifici, il LabHSE ha definito un «</a:t>
            </a:r>
            <a:r>
              <a:rPr b="1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modello di misurazione» </a:t>
            </a:r>
            <a:r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o framework utile alla definizione della Cultura HSE in aziende caratterizzate da una </a:t>
            </a:r>
            <a:r>
              <a:rPr b="1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gestione HSE «matura»</a:t>
            </a:r>
            <a:r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, il quale si caratterizza per essere: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914400">
              <a:lnSpc>
                <a:spcPct val="150000"/>
              </a:lnSpc>
              <a:spcAft>
                <a:spcPts val="601"/>
              </a:spcAft>
              <a:buClr>
                <a:srgbClr val="000000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1" i="1" lang="it-I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Multi-dimensionale</a:t>
            </a:r>
            <a:r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, in quanto prende in esame </a:t>
            </a:r>
            <a:r>
              <a:rPr b="1" lang="it-I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8 dimensioni</a:t>
            </a:r>
            <a:r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</a:t>
            </a:r>
            <a:r>
              <a:rPr b="1" lang="it-I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della Cultura HSE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algn="just" defTabSz="914400">
              <a:lnSpc>
                <a:spcPct val="150000"/>
              </a:lnSpc>
              <a:spcAft>
                <a:spcPts val="601"/>
              </a:spcAft>
              <a:buClr>
                <a:srgbClr val="000000"/>
              </a:buClr>
              <a:buFont typeface="Wingdings" charset="2"/>
              <a:buChar char=""/>
              <a:tabLst>
                <a:tab algn="l" pos="0"/>
              </a:tabLst>
            </a:pPr>
            <a:r>
              <a:rPr b="1" i="1" lang="it-I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Multi-livello</a:t>
            </a:r>
            <a:r>
              <a:rPr b="1" lang="it-I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, </a:t>
            </a:r>
            <a:r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in quanto consente di distinguere tra diversi «</a:t>
            </a:r>
            <a:r>
              <a:rPr b="1" lang="it-I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livelli di analisi</a:t>
            </a:r>
            <a:r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», ossia livello organizzativo e di workgroup (supervisore e coworkers)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pSp>
        <p:nvGrpSpPr>
          <p:cNvPr id="222" name="Gruppo 3"/>
          <p:cNvGrpSpPr/>
          <p:nvPr/>
        </p:nvGrpSpPr>
        <p:grpSpPr>
          <a:xfrm>
            <a:off x="2180520" y="2883240"/>
            <a:ext cx="7812000" cy="3217680"/>
            <a:chOff x="2180520" y="2883240"/>
            <a:chExt cx="7812000" cy="3217680"/>
          </a:xfrm>
        </p:grpSpPr>
        <p:pic>
          <p:nvPicPr>
            <p:cNvPr id="223" name="Immagine 15" descr=""/>
            <p:cNvPicPr/>
            <p:nvPr/>
          </p:nvPicPr>
          <p:blipFill>
            <a:blip r:embed="rId2"/>
            <a:srcRect l="0" t="0" r="0" b="7888"/>
            <a:stretch/>
          </p:blipFill>
          <p:spPr>
            <a:xfrm>
              <a:off x="2180520" y="2883240"/>
              <a:ext cx="7812000" cy="3217680"/>
            </a:xfrm>
            <a:prstGeom prst="rect">
              <a:avLst/>
            </a:prstGeom>
            <a:noFill/>
            <a:ln w="0">
              <a:noFill/>
            </a:ln>
          </p:spPr>
        </p:pic>
        <p:pic>
          <p:nvPicPr>
            <p:cNvPr id="224" name="Immagine 1" descr=""/>
            <p:cNvPicPr/>
            <p:nvPr/>
          </p:nvPicPr>
          <p:blipFill>
            <a:blip r:embed="rId3"/>
            <a:stretch/>
          </p:blipFill>
          <p:spPr>
            <a:xfrm>
              <a:off x="3272400" y="4181400"/>
              <a:ext cx="1258920" cy="350280"/>
            </a:xfrm>
            <a:prstGeom prst="rect">
              <a:avLst/>
            </a:prstGeom>
            <a:noFill/>
            <a:ln w="0">
              <a:noFill/>
            </a:ln>
          </p:spPr>
        </p:pic>
        <p:sp>
          <p:nvSpPr>
            <p:cNvPr id="225" name="Rettangolo 2"/>
            <p:cNvSpPr/>
            <p:nvPr/>
          </p:nvSpPr>
          <p:spPr>
            <a:xfrm>
              <a:off x="4310640" y="4181400"/>
              <a:ext cx="882000" cy="239760"/>
            </a:xfrm>
            <a:prstGeom prst="rect">
              <a:avLst/>
            </a:prstGeom>
            <a:solidFill>
              <a:srgbClr val="ffffc5"/>
            </a:solidFill>
            <a:ln>
              <a:solidFill>
                <a:srgbClr val="ffffc5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/>
          </p:style>
          <p:txBody>
            <a:bodyPr lIns="90000" rIns="90000" tIns="45000" bIns="45000" anchor="ctr">
              <a:noAutofit/>
            </a:bodyPr>
            <a:p>
              <a:pPr algn="ctr" defTabSz="914400">
                <a:lnSpc>
                  <a:spcPct val="100000"/>
                </a:lnSpc>
                <a:tabLst>
                  <a:tab algn="l" pos="0"/>
                </a:tabLst>
              </a:pPr>
              <a:endParaRPr b="0" lang="it-IT" sz="1800" strike="noStrike" u="none">
                <a:solidFill>
                  <a:srgbClr val="ffffff"/>
                </a:solidFill>
                <a:effectLst/>
                <a:uFillTx/>
                <a:latin typeface="Calibri"/>
              </a:endParaRPr>
            </a:p>
          </p:txBody>
        </p:sp>
      </p:grp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CasellaDiTesto 13"/>
          <p:cNvSpPr/>
          <p:nvPr/>
        </p:nvSpPr>
        <p:spPr>
          <a:xfrm>
            <a:off x="504360" y="876600"/>
            <a:ext cx="11163960" cy="738360"/>
          </a:xfrm>
          <a:prstGeom prst="rect">
            <a:avLst/>
          </a:prstGeom>
          <a:solidFill>
            <a:srgbClr val="effdff"/>
          </a:solidFill>
          <a:ln w="0">
            <a:solidFill>
              <a:srgbClr val="000000">
                <a:lumMod val="50000"/>
                <a:lumOff val="50000"/>
              </a:srgbClr>
            </a:solidFill>
          </a:ln>
          <a:effectLst>
            <a:outerShdw algn="tl" blurRad="50760" dir="2700000" dist="37674" rotWithShape="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Competenza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si riferisce alla percezione che l’azienda assicuri la presenza delle 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necessarie competenze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per svolgere il proprio lavoro in modo sicuro e dell’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efficacia dei programmi di formazione e di addestramento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relativi alla 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sicurezza sul lavoro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, alla 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gestione ambientale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e alle 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abilità lavorative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specifiche richieste dalla mansione.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27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sp>
        <p:nvSpPr>
          <p:cNvPr id="228" name="CasellaDiTesto 6"/>
          <p:cNvSpPr/>
          <p:nvPr/>
        </p:nvSpPr>
        <p:spPr>
          <a:xfrm>
            <a:off x="504360" y="230760"/>
            <a:ext cx="9965880" cy="657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2800" strike="noStrike" u="none">
                <a:solidFill>
                  <a:srgbClr val="404040"/>
                </a:solidFill>
                <a:effectLst/>
                <a:uFillTx/>
                <a:latin typeface="Arial Nova Cond"/>
                <a:ea typeface="Malgun Gothic"/>
              </a:rPr>
              <a:t>Le dimensioni: in quali ambiti si manifesta la Cultura HSE?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CasellaDiTesto 15"/>
          <p:cNvSpPr/>
          <p:nvPr/>
        </p:nvSpPr>
        <p:spPr>
          <a:xfrm>
            <a:off x="504360" y="1711440"/>
            <a:ext cx="11163960" cy="697320"/>
          </a:xfrm>
          <a:prstGeom prst="rect">
            <a:avLst/>
          </a:prstGeom>
          <a:solidFill>
            <a:srgbClr val="ffffc5"/>
          </a:solidFill>
          <a:ln w="0">
            <a:solidFill>
              <a:srgbClr val="000000">
                <a:lumMod val="50000"/>
                <a:lumOff val="50000"/>
              </a:srgbClr>
            </a:solidFill>
          </a:ln>
          <a:effectLst>
            <a:outerShdw algn="tl" blurRad="50760" dir="2700000" dist="37674" rotWithShape="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Priorità lavorative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si riferisce alla 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priorità assegnata alla sicurezza e alla gestione degli aspetti ambientali rispetto agli obiettivi di produzione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o altri obiettivi conflittuali (efficienza, profitto etc.), e alla pressione percepita relativamente al conseguimento degli obiettivi di produzione.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CasellaDiTesto 18"/>
          <p:cNvSpPr/>
          <p:nvPr/>
        </p:nvSpPr>
        <p:spPr>
          <a:xfrm>
            <a:off x="504360" y="2506680"/>
            <a:ext cx="11163960" cy="738360"/>
          </a:xfrm>
          <a:prstGeom prst="rect">
            <a:avLst/>
          </a:prstGeom>
          <a:solidFill>
            <a:srgbClr val="fadbc6"/>
          </a:solidFill>
          <a:ln w="0">
            <a:solidFill>
              <a:srgbClr val="000000">
                <a:lumMod val="50000"/>
                <a:lumOff val="50000"/>
              </a:srgbClr>
            </a:solidFill>
          </a:ln>
          <a:effectLst>
            <a:outerShdw algn="tl" blurRad="50760" dir="2700000" dist="37674" rotWithShape="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Post-accident administration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si riferisce a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ll’efficacia e tempestività della risposta organizzativa ad eventi accidentali o quasi accidentali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(e.g. infortuni, near miss etc.), in particolare in riferimento all’analisi dell’accadimento, alla correzione o trattamento delle cause e all’applicazione delle «</a:t>
            </a:r>
            <a:r>
              <a:rPr b="0" i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lesson learned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».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CasellaDiTesto 19"/>
          <p:cNvSpPr/>
          <p:nvPr/>
        </p:nvSpPr>
        <p:spPr>
          <a:xfrm>
            <a:off x="504360" y="3340440"/>
            <a:ext cx="11163960" cy="415080"/>
          </a:xfrm>
          <a:prstGeom prst="rect">
            <a:avLst/>
          </a:prstGeom>
          <a:solidFill>
            <a:srgbClr val="d7e7f5"/>
          </a:solidFill>
          <a:ln w="0">
            <a:solidFill>
              <a:srgbClr val="000000">
                <a:lumMod val="50000"/>
                <a:lumOff val="50000"/>
              </a:srgbClr>
            </a:solidFill>
          </a:ln>
          <a:effectLst>
            <a:outerShdw algn="tl" blurRad="50760" dir="2700000" dist="37674" rotWithShape="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Commitment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si riferisce alla 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dedizione e attenzione che la direzione,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e l’organizzazione nel suo complesso, 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ripone nel miglioramento della performance HSE. 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2" name="CasellaDiTesto 35"/>
          <p:cNvSpPr/>
          <p:nvPr/>
        </p:nvSpPr>
        <p:spPr>
          <a:xfrm>
            <a:off x="504360" y="3850920"/>
            <a:ext cx="11163960" cy="738360"/>
          </a:xfrm>
          <a:prstGeom prst="rect">
            <a:avLst/>
          </a:prstGeom>
          <a:solidFill>
            <a:srgbClr val="f2e8f8"/>
          </a:solidFill>
          <a:ln w="0">
            <a:solidFill>
              <a:srgbClr val="000000">
                <a:lumMod val="50000"/>
                <a:lumOff val="50000"/>
              </a:srgbClr>
            </a:solidFill>
          </a:ln>
          <a:effectLst>
            <a:outerShdw algn="tl" blurRad="50760" dir="2700000" dist="37674" rotWithShape="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Comunicazione aperta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si riferisce a 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comunicazione interna e scambio informativo relativamente all’organizzazione del lavoro e degli aspetti HSE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, quali aggiornamenti delle procedure o di aspetti tecnici inerenti la propria mansione, segnalazione di nuovi rischi, feedback o suggerimenti.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3" name="Immagine 16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4" name="CasellaDiTesto 14"/>
          <p:cNvSpPr/>
          <p:nvPr/>
        </p:nvSpPr>
        <p:spPr>
          <a:xfrm>
            <a:off x="504360" y="4688640"/>
            <a:ext cx="11163960" cy="738360"/>
          </a:xfrm>
          <a:prstGeom prst="rect">
            <a:avLst/>
          </a:prstGeom>
          <a:solidFill>
            <a:schemeClr val="bg1">
              <a:lumMod val="95000"/>
            </a:schemeClr>
          </a:solidFill>
          <a:ln w="0">
            <a:solidFill>
              <a:srgbClr val="000000">
                <a:lumMod val="50000"/>
                <a:lumOff val="50000"/>
              </a:srgbClr>
            </a:solidFill>
          </a:ln>
          <a:effectLst>
            <a:outerShdw algn="tl" blurRad="50760" dir="2700000" dist="37674" rotWithShape="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Coinvolgimento del personale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si riferisce al 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coinvolgimento nel decision-making inerente l’organizzazione del lavoro e la gestione degli aspetti HSE,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nonché agli sforzi organizzativi e della direzione per attuare tale coinvolgimento.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CasellaDiTesto 17"/>
          <p:cNvSpPr/>
          <p:nvPr/>
        </p:nvSpPr>
        <p:spPr>
          <a:xfrm>
            <a:off x="504360" y="5526000"/>
            <a:ext cx="11163960" cy="415080"/>
          </a:xfrm>
          <a:prstGeom prst="rect">
            <a:avLst/>
          </a:prstGeom>
          <a:solidFill>
            <a:srgbClr val="ffd5f6"/>
          </a:solidFill>
          <a:ln w="0">
            <a:solidFill>
              <a:srgbClr val="000000">
                <a:lumMod val="50000"/>
                <a:lumOff val="50000"/>
              </a:srgbClr>
            </a:solidFill>
          </a:ln>
          <a:effectLst>
            <a:outerShdw algn="tl" blurRad="50760" dir="2700000" dist="37674" rotWithShape="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Sistema documentale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si riferisce a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ll’efficacia, chiarezza e completezza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delle procedure aziendali HSE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CasellaDiTesto 20"/>
          <p:cNvSpPr/>
          <p:nvPr/>
        </p:nvSpPr>
        <p:spPr>
          <a:xfrm>
            <a:off x="504360" y="6040440"/>
            <a:ext cx="11163960" cy="374400"/>
          </a:xfrm>
          <a:prstGeom prst="rect">
            <a:avLst/>
          </a:prstGeom>
          <a:solidFill>
            <a:srgbClr val="bddca8"/>
          </a:solidFill>
          <a:ln w="0">
            <a:solidFill>
              <a:srgbClr val="000000">
                <a:lumMod val="50000"/>
                <a:lumOff val="50000"/>
              </a:srgbClr>
            </a:solidFill>
          </a:ln>
          <a:effectLst>
            <a:outerShdw algn="tl" blurRad="50760" dir="2700000" dist="37674" rotWithShape="0">
              <a:srgbClr val="000000">
                <a:alpha val="40000"/>
              </a:srgbClr>
            </a:outerShdw>
          </a:effectLst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algn="just"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Percezione della performance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si riferisce alla </a:t>
            </a:r>
            <a:r>
              <a:rPr b="1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percezione della performance HSE </a:t>
            </a:r>
            <a:r>
              <a:rPr b="0" lang="it-IT" sz="1400" strike="noStrike" u="none">
                <a:solidFill>
                  <a:srgbClr val="000000"/>
                </a:solidFill>
                <a:effectLst/>
                <a:uFillTx/>
                <a:latin typeface="Arial Narrow"/>
              </a:rPr>
              <a:t>e alla capacità dell’azienda di fronteggiare eventi inattesi e imprevisti.</a:t>
            </a:r>
            <a:endParaRPr b="0" lang="en-US" sz="14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37" name="Connettore 1 1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sp>
        <p:nvSpPr>
          <p:cNvPr id="238" name="CasellaDiTesto 4"/>
          <p:cNvSpPr/>
          <p:nvPr/>
        </p:nvSpPr>
        <p:spPr>
          <a:xfrm>
            <a:off x="504360" y="230760"/>
            <a:ext cx="9965880" cy="730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2800" strike="noStrike" u="none">
                <a:solidFill>
                  <a:srgbClr val="404040"/>
                </a:solidFill>
                <a:effectLst/>
                <a:uFillTx/>
                <a:latin typeface="Arial Nova Cond"/>
                <a:ea typeface="Malgun Gothic"/>
              </a:rPr>
              <a:t>Come interpretare i risultati?</a:t>
            </a:r>
            <a:endParaRPr b="0" lang="en-US" sz="2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239" name="Immagine 2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0" name="Rettangolo 1"/>
          <p:cNvSpPr/>
          <p:nvPr/>
        </p:nvSpPr>
        <p:spPr>
          <a:xfrm>
            <a:off x="504360" y="969120"/>
            <a:ext cx="11163960" cy="2863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1360" indent="-171360" defTabSz="914400">
              <a:lnSpc>
                <a:spcPct val="15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Il </a:t>
            </a:r>
            <a:r>
              <a:rPr b="1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valore aggregato della Cultura HSE </a:t>
            </a:r>
            <a:r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è calcolato come la media aritmetica delle risposte ai quesiti del questionario nella sua interezza – i.e., tutte le dimensioni e livelli di analisi – al fine di costituire un indice univoco dello stato della Cultura HSE nell’azienda.  Il valore aggregato può assumere valori tra 1 e 6, essendo le domande del questionario basate su scale Likert di accordo a 6 punti (1 = «Totalmente in disaccordo» e 6 = «Totalmente in accordo»). 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171360" indent="-171360" defTabSz="914400">
              <a:lnSpc>
                <a:spcPct val="150000"/>
              </a:lnSpc>
              <a:spcAft>
                <a:spcPts val="1199"/>
              </a:spcAft>
              <a:buClr>
                <a:srgbClr val="000000"/>
              </a:buClr>
              <a:buFont typeface="Arial"/>
              <a:buChar char="•"/>
            </a:pPr>
            <a:r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Il </a:t>
            </a:r>
            <a:r>
              <a:rPr b="1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valore di ogni dimensione della Cultura HSE </a:t>
            </a:r>
            <a:r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è calcolato come la media delle risposte ai quesiti afferenti alla specifica dimensione della Cultura HSE, e può pertanto assumere valori tra 1 e 6. I valori delle dimensioni sono rappresentati in un grafico «a bersaglio» (a fianco), ove ad ogni vertice corrisponde una singola dimensione. E’ possibile in tal modo identificare a prima vista le dimensioni che costituiscono punti di forza o aree di miglioramento.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50000"/>
              </a:lnSpc>
              <a:spcAft>
                <a:spcPts val="1199"/>
              </a:spcAft>
            </a:pPr>
            <a:r>
              <a:rPr b="0" lang="it-IT" sz="1200" strike="noStrike" u="none">
                <a:solidFill>
                  <a:srgbClr val="000000"/>
                </a:solidFill>
                <a:effectLst/>
                <a:uFillTx/>
                <a:latin typeface="Arial Nova"/>
              </a:rPr>
              <a:t>Il valore aggregato della Cultura HSE e il valore di ogni dimensione della Cultura HSE può essere interpretato come specificato in Tabella.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graphicFrame>
        <p:nvGraphicFramePr>
          <p:cNvPr id="241" name="Tabella 2"/>
          <p:cNvGraphicFramePr/>
          <p:nvPr/>
        </p:nvGraphicFramePr>
        <p:xfrm>
          <a:off x="2090520" y="3429000"/>
          <a:ext cx="7991640" cy="2428920"/>
        </p:xfrm>
        <a:graphic>
          <a:graphicData uri="http://schemas.openxmlformats.org/drawingml/2006/table">
            <a:tbl>
              <a:tblPr/>
              <a:tblGrid>
                <a:gridCol w="2664000"/>
                <a:gridCol w="2664000"/>
                <a:gridCol w="2664000"/>
              </a:tblGrid>
              <a:tr h="3654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Valore degli indici (media)</a:t>
                      </a:r>
                      <a:br>
                        <a:rPr sz="1400"/>
                      </a:b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ad es. valore aggregato della Cultura HSE, valore delle singole dimensioni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Come si qualifica il valore</a:t>
                      </a: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, data la scala di misurazione 1 – 6 utilizzata nel questionario?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1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Come interpretare il valore</a:t>
                      </a: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, in termini di percezione della Cultura HSE o di una sua dimensione?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&lt; 50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Basso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Migliorabile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50 – 77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Medio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Mediamente positiva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77 – 83,5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Medio-alto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Positiva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  <a:tr h="370800"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&gt; 83,5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Alto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 anchor="ctr">
                      <a:noAutofit/>
                    </a:bodyPr>
                    <a:p>
                      <a:pPr algn="ctr" defTabSz="914400">
                        <a:lnSpc>
                          <a:spcPct val="100000"/>
                        </a:lnSpc>
                      </a:pPr>
                      <a:r>
                        <a:rPr b="0" lang="it-IT" sz="1400" strike="noStrike" u="none">
                          <a:solidFill>
                            <a:schemeClr val="dk1"/>
                          </a:solidFill>
                          <a:effectLst/>
                          <a:uFillTx/>
                          <a:latin typeface="Arial Nova"/>
                        </a:rPr>
                        <a:t>Molto positiva</a:t>
                      </a:r>
                      <a:endParaRPr b="0" lang="en-US" sz="1400" strike="noStrike" u="none">
                        <a:solidFill>
                          <a:srgbClr val="000000"/>
                        </a:solidFill>
                        <a:effectLst/>
                        <a:uFillTx/>
                        <a:latin typeface="Times New Roman"/>
                      </a:endParaRPr>
                    </a:p>
                  </a:txBody>
                  <a:tcPr anchor="ctr" marL="91440" marR="91440">
                    <a:lnL w="12240">
                      <a:solidFill>
                        <a:srgbClr val="000000"/>
                      </a:solidFill>
                      <a:prstDash val="solid"/>
                    </a:lnL>
                    <a:lnR w="12240">
                      <a:solidFill>
                        <a:srgbClr val="000000"/>
                      </a:solidFill>
                      <a:prstDash val="solid"/>
                    </a:lnR>
                    <a:lnT w="12240">
                      <a:solidFill>
                        <a:srgbClr val="000000"/>
                      </a:solidFill>
                      <a:prstDash val="solid"/>
                    </a:lnT>
                    <a:lnB w="12240">
                      <a:solidFill>
                        <a:srgbClr val="000000"/>
                      </a:solidFill>
                      <a:prstDash val="solid"/>
                    </a:lnB>
                    <a:noFill/>
                  </a:tcPr>
                </a:tc>
              </a:tr>
            </a:tbl>
          </a:graphicData>
        </a:graphic>
      </p:graphicFrame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2" name="CasellaDiTesto 38"/>
          <p:cNvSpPr/>
          <p:nvPr/>
        </p:nvSpPr>
        <p:spPr>
          <a:xfrm>
            <a:off x="504360" y="167400"/>
            <a:ext cx="9321840" cy="73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Il campione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3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44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5" name="CasellaDiTesto 12"/>
          <p:cNvSpPr/>
          <p:nvPr/>
        </p:nvSpPr>
        <p:spPr>
          <a:xfrm>
            <a:off x="504360" y="981720"/>
            <a:ext cx="11163960" cy="784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</a:pPr>
            <a:r>
              <a:rPr b="0" lang="it-IT" sz="1600" strike="noStrike" u="none">
                <a:solidFill>
                  <a:schemeClr val="dk1"/>
                </a:solidFill>
                <a:effectLst/>
                <a:uFillTx/>
                <a:latin typeface="Arial Nova"/>
              </a:rPr>
              <a:t>Tra gennaio e febbraio 2026, </a:t>
            </a:r>
            <a:r>
              <a:rPr b="1" lang="it-IT" sz="1600" strike="noStrike" u="non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rial Nova"/>
              </a:rPr>
              <a:t>XXX</a:t>
            </a:r>
            <a:r>
              <a:rPr b="1" lang="it-IT" sz="1600" strike="noStrike" u="none">
                <a:solidFill>
                  <a:schemeClr val="dk1"/>
                </a:solidFill>
                <a:effectLst/>
                <a:uFillTx/>
                <a:latin typeface="Arial Nova"/>
              </a:rPr>
              <a:t> persone hanno compilato integralmente il questionario</a:t>
            </a:r>
            <a:r>
              <a:rPr b="0" lang="it-IT" sz="1600" strike="noStrike" u="none">
                <a:solidFill>
                  <a:schemeClr val="dk1"/>
                </a:solidFill>
                <a:effectLst/>
                <a:uFillTx/>
                <a:latin typeface="Arial Nova"/>
              </a:rPr>
              <a:t>, e sono oggetto dell’analisi presentata nel report.</a:t>
            </a:r>
            <a:endParaRPr b="0" lang="en-US" sz="16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CasellaDiTesto 38"/>
          <p:cNvSpPr/>
          <p:nvPr/>
        </p:nvSpPr>
        <p:spPr>
          <a:xfrm>
            <a:off x="504360" y="167400"/>
            <a:ext cx="9321840" cy="7376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La Cultura HSE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47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48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CasellaDiTesto 38"/>
          <p:cNvSpPr/>
          <p:nvPr/>
        </p:nvSpPr>
        <p:spPr>
          <a:xfrm>
            <a:off x="504360" y="167400"/>
            <a:ext cx="9321840" cy="73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I livelli di analisi: </a:t>
            </a:r>
            <a:r>
              <a:rPr b="1" i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organizational, supevisor, co-worker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0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51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CasellaDiTesto 38"/>
          <p:cNvSpPr/>
          <p:nvPr/>
        </p:nvSpPr>
        <p:spPr>
          <a:xfrm>
            <a:off x="504360" y="167400"/>
            <a:ext cx="9321840" cy="73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Comunicazione interna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3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54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CasellaDiTesto 38"/>
          <p:cNvSpPr/>
          <p:nvPr/>
        </p:nvSpPr>
        <p:spPr>
          <a:xfrm>
            <a:off x="504360" y="167400"/>
            <a:ext cx="9321840" cy="73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Analisi per funzione – Comunicazione interna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6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57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CasellaDiTesto 38"/>
          <p:cNvSpPr/>
          <p:nvPr/>
        </p:nvSpPr>
        <p:spPr>
          <a:xfrm>
            <a:off x="504360" y="167400"/>
            <a:ext cx="9321840" cy="73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Coinvolgimento del personale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59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60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CasellaDiTesto 38"/>
          <p:cNvSpPr/>
          <p:nvPr/>
        </p:nvSpPr>
        <p:spPr>
          <a:xfrm>
            <a:off x="504360" y="167400"/>
            <a:ext cx="9596880" cy="73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Analisi per funzione – Coinvolgimento del personale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2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63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CasellaDiTesto 38"/>
          <p:cNvSpPr/>
          <p:nvPr/>
        </p:nvSpPr>
        <p:spPr>
          <a:xfrm>
            <a:off x="504360" y="167400"/>
            <a:ext cx="9321840" cy="73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Priorità lavorative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5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66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CasellaDiTesto 38"/>
          <p:cNvSpPr/>
          <p:nvPr/>
        </p:nvSpPr>
        <p:spPr>
          <a:xfrm>
            <a:off x="504360" y="167400"/>
            <a:ext cx="9321840" cy="73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Analisi per funzione – Priorità lavorative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68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69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0" name="CasellaDiTesto 38"/>
          <p:cNvSpPr/>
          <p:nvPr/>
        </p:nvSpPr>
        <p:spPr>
          <a:xfrm>
            <a:off x="504360" y="167400"/>
            <a:ext cx="9321840" cy="73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Risposta organizzativa agli eventi incidentali e near miss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1" name="Connettore 1 37"/>
          <p:cNvCxnSpPr/>
          <p:nvPr/>
        </p:nvCxnSpPr>
        <p:spPr>
          <a:xfrm>
            <a:off x="504360" y="94032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72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3" name="CasellaDiTesto 38"/>
          <p:cNvSpPr/>
          <p:nvPr/>
        </p:nvSpPr>
        <p:spPr>
          <a:xfrm>
            <a:off x="504360" y="167400"/>
            <a:ext cx="9321840" cy="10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Analisi per funzione – Risposta organizzativa agli eventi incidentali e near miss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4" name="Connettore 1 37"/>
          <p:cNvCxnSpPr/>
          <p:nvPr/>
        </p:nvCxnSpPr>
        <p:spPr>
          <a:xfrm>
            <a:off x="504360" y="124452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75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CasellaDiTesto 38"/>
          <p:cNvSpPr/>
          <p:nvPr/>
        </p:nvSpPr>
        <p:spPr>
          <a:xfrm>
            <a:off x="504360" y="167400"/>
            <a:ext cx="9321840" cy="73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Impegno aziendale nel miglioramento delle prestazioni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77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78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CasellaDiTesto 38"/>
          <p:cNvSpPr/>
          <p:nvPr/>
        </p:nvSpPr>
        <p:spPr>
          <a:xfrm>
            <a:off x="504360" y="167400"/>
            <a:ext cx="9321840" cy="1076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00000"/>
              </a:lnSpc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Analisi per funzione – Impegno aziendale nel miglioramento delle prestazioni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0" name="Connettore 1 37"/>
          <p:cNvCxnSpPr/>
          <p:nvPr/>
        </p:nvCxnSpPr>
        <p:spPr>
          <a:xfrm>
            <a:off x="504360" y="124452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81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CasellaDiTesto 38"/>
          <p:cNvSpPr/>
          <p:nvPr/>
        </p:nvSpPr>
        <p:spPr>
          <a:xfrm>
            <a:off x="504360" y="167400"/>
            <a:ext cx="9321840" cy="73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Formazione e competenza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3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84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CasellaDiTesto 38"/>
          <p:cNvSpPr/>
          <p:nvPr/>
        </p:nvSpPr>
        <p:spPr>
          <a:xfrm>
            <a:off x="504360" y="167400"/>
            <a:ext cx="9321840" cy="73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Analisi per funzione – Formazione e competenza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6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87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CasellaDiTesto 38"/>
          <p:cNvSpPr/>
          <p:nvPr/>
        </p:nvSpPr>
        <p:spPr>
          <a:xfrm>
            <a:off x="504360" y="167400"/>
            <a:ext cx="9321840" cy="73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Percezione della performance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89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90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CasellaDiTesto 38"/>
          <p:cNvSpPr/>
          <p:nvPr/>
        </p:nvSpPr>
        <p:spPr>
          <a:xfrm>
            <a:off x="504360" y="167400"/>
            <a:ext cx="9622800" cy="73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Analisi per funzione – Percezione della performance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2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93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CasellaDiTesto 38"/>
          <p:cNvSpPr/>
          <p:nvPr/>
        </p:nvSpPr>
        <p:spPr>
          <a:xfrm>
            <a:off x="504360" y="167400"/>
            <a:ext cx="9321840" cy="73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  <a:tabLst>
                <a:tab algn="l" pos="0"/>
              </a:tabLst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Sistema documentale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5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96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CasellaDiTesto 38"/>
          <p:cNvSpPr/>
          <p:nvPr/>
        </p:nvSpPr>
        <p:spPr>
          <a:xfrm>
            <a:off x="504360" y="167400"/>
            <a:ext cx="9321840" cy="736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Analisi per funzione – Sistema documentale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298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pic>
        <p:nvPicPr>
          <p:cNvPr id="299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0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1" name="CasellaDiTesto 5"/>
          <p:cNvSpPr/>
          <p:nvPr/>
        </p:nvSpPr>
        <p:spPr>
          <a:xfrm>
            <a:off x="395280" y="189000"/>
            <a:ext cx="9321840" cy="830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Punti di forza e aree di miglioramento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302" name="Picture 12" descr=""/>
          <p:cNvPicPr/>
          <p:nvPr/>
        </p:nvPicPr>
        <p:blipFill>
          <a:blip r:embed="rId2"/>
          <a:stretch/>
        </p:blipFill>
        <p:spPr>
          <a:xfrm>
            <a:off x="2842200" y="1321200"/>
            <a:ext cx="604080" cy="60408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303" name="Picture 13" descr=""/>
          <p:cNvPicPr/>
          <p:nvPr/>
        </p:nvPicPr>
        <p:blipFill>
          <a:blip r:embed="rId3"/>
          <a:stretch/>
        </p:blipFill>
        <p:spPr>
          <a:xfrm>
            <a:off x="8642520" y="1321200"/>
            <a:ext cx="604080" cy="604080"/>
          </a:xfrm>
          <a:prstGeom prst="rect">
            <a:avLst/>
          </a:prstGeom>
          <a:noFill/>
          <a:ln w="0">
            <a:noFill/>
          </a:ln>
        </p:spPr>
      </p:pic>
      <p:cxnSp>
        <p:nvCxnSpPr>
          <p:cNvPr id="304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sp>
        <p:nvSpPr>
          <p:cNvPr id="305" name="CasellaDiTesto 3"/>
          <p:cNvSpPr/>
          <p:nvPr/>
        </p:nvSpPr>
        <p:spPr>
          <a:xfrm>
            <a:off x="6450840" y="2137680"/>
            <a:ext cx="5399640" cy="1059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lvl="1" marL="285840" indent="-285840" defTabSz="914400">
              <a:lnSpc>
                <a:spcPct val="110000"/>
              </a:lnSpc>
              <a:spcAft>
                <a:spcPts val="601"/>
              </a:spcAft>
              <a:buClr>
                <a:srgbClr val="ffc000"/>
              </a:buClr>
              <a:buFont typeface="Wingdings" charset="2"/>
              <a:buChar char="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Le dimensioni in cui la Cultura HSE risulta migliorabile sono «</a:t>
            </a:r>
            <a:r>
              <a:rPr b="1" lang="it-IT" sz="1800" strike="noStrike" u="non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rial"/>
              </a:rPr>
              <a:t>XXX</a:t>
            </a: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» e «</a:t>
            </a:r>
            <a:r>
              <a:rPr b="1" lang="it-IT" sz="1800" strike="noStrike" u="none">
                <a:solidFill>
                  <a:schemeClr val="dk1"/>
                </a:solidFill>
                <a:effectLst/>
                <a:highlight>
                  <a:srgbClr val="ffff00"/>
                </a:highlight>
                <a:uFillTx/>
                <a:latin typeface="Arial"/>
              </a:rPr>
              <a:t>xxx</a:t>
            </a: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»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285840" indent="-285840" defTabSz="914400">
              <a:lnSpc>
                <a:spcPct val="110000"/>
              </a:lnSpc>
              <a:spcAft>
                <a:spcPts val="601"/>
              </a:spcAft>
              <a:buClr>
                <a:srgbClr val="ffc000"/>
              </a:buClr>
              <a:buFont typeface="Wingdings" charset="2"/>
              <a:buChar char=""/>
            </a:pPr>
            <a:r>
              <a:rPr b="0" lang="it-IT" sz="18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xxx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Box 140"/>
          <p:cNvSpPr/>
          <p:nvPr/>
        </p:nvSpPr>
        <p:spPr>
          <a:xfrm>
            <a:off x="502920" y="2137680"/>
            <a:ext cx="5399640" cy="144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46800" rIns="46800" tIns="46800" bIns="46800" anchor="t">
            <a:spAutoFit/>
          </a:bodyPr>
          <a:p>
            <a:pPr lvl="1" marL="228600" indent="-228600" defTabSz="1111320">
              <a:lnSpc>
                <a:spcPct val="110000"/>
              </a:lnSpc>
              <a:spcAft>
                <a:spcPts val="601"/>
              </a:spcAft>
              <a:buClr>
                <a:srgbClr val="00b050"/>
              </a:buClr>
              <a:buFont typeface="Wingdings" charset="2"/>
              <a:buChar char="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La cultura HSE in </a:t>
            </a:r>
            <a:r>
              <a:rPr b="0" lang="it-IT" sz="1800" strike="noStrike" u="none">
                <a:solidFill>
                  <a:srgbClr val="000000"/>
                </a:solidFill>
                <a:effectLst/>
                <a:highlight>
                  <a:srgbClr val="ffff00"/>
                </a:highlight>
                <a:uFillTx/>
                <a:latin typeface="Arial"/>
              </a:rPr>
              <a:t>XXX</a:t>
            </a: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 risulta </a:t>
            </a:r>
            <a:r>
              <a:rPr b="0" lang="it-IT" sz="1800" strike="noStrike" u="none">
                <a:solidFill>
                  <a:srgbClr val="000000"/>
                </a:solidFill>
                <a:effectLst/>
                <a:highlight>
                  <a:srgbClr val="ffff00"/>
                </a:highlight>
                <a:uFillTx/>
                <a:latin typeface="Arial"/>
              </a:rPr>
              <a:t>molto positiva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228600" indent="-228600" defTabSz="1111320">
              <a:lnSpc>
                <a:spcPct val="110000"/>
              </a:lnSpc>
              <a:spcAft>
                <a:spcPts val="601"/>
              </a:spcAft>
              <a:buClr>
                <a:srgbClr val="00b050"/>
              </a:buClr>
              <a:buFont typeface="Wingdings" charset="2"/>
              <a:buChar char="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Le dimensioni in cui la Cultura HSE risulta maggiormente positiva sono «</a:t>
            </a:r>
            <a:r>
              <a:rPr b="1" lang="it-IT" sz="1800" strike="noStrike" u="none">
                <a:solidFill>
                  <a:srgbClr val="000000"/>
                </a:solidFill>
                <a:effectLst/>
                <a:highlight>
                  <a:srgbClr val="ffff00"/>
                </a:highlight>
                <a:uFillTx/>
                <a:latin typeface="Arial"/>
              </a:rPr>
              <a:t>XXX</a:t>
            </a: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» e «</a:t>
            </a:r>
            <a:r>
              <a:rPr b="1" lang="it-IT" sz="1800" strike="noStrike" u="none">
                <a:solidFill>
                  <a:srgbClr val="000000"/>
                </a:solidFill>
                <a:effectLst/>
                <a:highlight>
                  <a:srgbClr val="ffff00"/>
                </a:highlight>
                <a:uFillTx/>
                <a:latin typeface="Arial"/>
              </a:rPr>
              <a:t>XXX</a:t>
            </a: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».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lvl="1" marL="228600" indent="-228600" defTabSz="1111320">
              <a:lnSpc>
                <a:spcPct val="110000"/>
              </a:lnSpc>
              <a:spcAft>
                <a:spcPts val="601"/>
              </a:spcAft>
              <a:buClr>
                <a:srgbClr val="00b050"/>
              </a:buClr>
              <a:buFont typeface="Wingdings" charset="2"/>
              <a:buChar char=""/>
            </a:pPr>
            <a:r>
              <a:rPr b="0" lang="it-IT" sz="1800" strike="noStrike" u="none">
                <a:solidFill>
                  <a:srgbClr val="000000"/>
                </a:solidFill>
                <a:effectLst/>
                <a:uFillTx/>
                <a:latin typeface="Arial"/>
              </a:rPr>
              <a:t>xxxx</a:t>
            </a:r>
            <a:endParaRPr b="0" lang="en-US" sz="18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07" name="Immagine 39" descr=""/>
          <p:cNvPicPr/>
          <p:nvPr/>
        </p:nvPicPr>
        <p:blipFill>
          <a:blip r:embed="rId1"/>
          <a:srcRect l="4710" t="10698" r="58907" b="34913"/>
          <a:stretch/>
        </p:blipFill>
        <p:spPr>
          <a:xfrm>
            <a:off x="10202760" y="103680"/>
            <a:ext cx="1465560" cy="8060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08" name="CasellaDiTesto 5"/>
          <p:cNvSpPr/>
          <p:nvPr/>
        </p:nvSpPr>
        <p:spPr>
          <a:xfrm>
            <a:off x="504360" y="198000"/>
            <a:ext cx="9321840" cy="75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defTabSz="914400">
              <a:lnSpc>
                <a:spcPct val="150000"/>
              </a:lnSpc>
            </a:pPr>
            <a:r>
              <a:rPr b="1" lang="it-IT" sz="3200" strike="noStrike" u="none">
                <a:solidFill>
                  <a:srgbClr val="404040"/>
                </a:solidFill>
                <a:effectLst/>
                <a:uFillTx/>
                <a:latin typeface="Arial Narrow"/>
                <a:ea typeface="Malgun Gothic"/>
              </a:rPr>
              <a:t>Raccomandazioni per il miglioramento</a:t>
            </a:r>
            <a:endParaRPr b="0" lang="en-US" sz="3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cxnSp>
        <p:nvCxnSpPr>
          <p:cNvPr id="309" name="Connettore 1 37"/>
          <p:cNvCxnSpPr/>
          <p:nvPr/>
        </p:nvCxnSpPr>
        <p:spPr>
          <a:xfrm>
            <a:off x="504360" y="888480"/>
            <a:ext cx="11164680" cy="360"/>
          </a:xfrm>
          <a:prstGeom prst="straightConnector1">
            <a:avLst/>
          </a:prstGeom>
          <a:ln w="19050">
            <a:solidFill>
              <a:srgbClr val="c9c8c8"/>
            </a:solidFill>
          </a:ln>
        </p:spPr>
      </p:cxnSp>
      <p:sp>
        <p:nvSpPr>
          <p:cNvPr id="310" name="Rettangolo 3"/>
          <p:cNvSpPr/>
          <p:nvPr/>
        </p:nvSpPr>
        <p:spPr>
          <a:xfrm>
            <a:off x="504360" y="875160"/>
            <a:ext cx="11163960" cy="33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spAutoFit/>
          </a:bodyPr>
          <a:p>
            <a:pPr marL="176040" indent="-171360" defTabSz="914400">
              <a:lnSpc>
                <a:spcPct val="150000"/>
              </a:lnSpc>
              <a:spcAft>
                <a:spcPts val="601"/>
              </a:spcAft>
              <a:tabLst>
                <a:tab algn="l" pos="0"/>
              </a:tabLst>
            </a:pPr>
            <a:r>
              <a:rPr b="0" lang="it-IT" sz="1200" strike="noStrike" u="none">
                <a:solidFill>
                  <a:schemeClr val="dk1"/>
                </a:solidFill>
                <a:effectLst/>
                <a:uFillTx/>
                <a:latin typeface="Arial"/>
              </a:rPr>
              <a:t>xxxxx</a:t>
            </a:r>
            <a:endParaRPr b="0" lang="en-US" sz="1200" strike="noStrike" u="non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Titolo e punti elenco - 2 colonne">
  <a:themeElements>
    <a:clrScheme name="Tema di 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i 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Tema di Offic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 name="Tema1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Tema1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customXml/_rels/item1.xml.rels><?xml version="1.0" encoding="UTF-8"?>
<Relationships xmlns="http://schemas.openxmlformats.org/package/2006/relationships"><Relationship Id="rId1" Type="http://schemas.openxmlformats.org/officeDocument/2006/relationships/customXmlProps" Target="itemProps1.xml"/>
</Relationships>
</file>

<file path=customXml/_rels/item2.xml.rels><?xml version="1.0" encoding="UTF-8"?>
<Relationships xmlns="http://schemas.openxmlformats.org/package/2006/relationships"><Relationship Id="rId1" Type="http://schemas.openxmlformats.org/officeDocument/2006/relationships/customXmlProps" Target="itemProps2.xml"/>
</Relationships>
</file>

<file path=customXml/_rels/item3.xml.rels><?xml version="1.0" encoding="UTF-8"?>
<Relationships xmlns="http://schemas.openxmlformats.org/package/2006/relationships"><Relationship Id="rId1" Type="http://schemas.openxmlformats.org/officeDocument/2006/relationships/customXmlProps" Target="itemProps3.xml"/>
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24DD22ECCB0C3443BAAF89C3691CE34B" ma:contentTypeVersion="14" ma:contentTypeDescription="Create a new document." ma:contentTypeScope="" ma:versionID="f302cd39c70a246bd3264812e8dd5ec3">
  <xsd:schema xmlns:xsd="http://www.w3.org/2001/XMLSchema" xmlns:xs="http://www.w3.org/2001/XMLSchema" xmlns:p="http://schemas.microsoft.com/office/2006/metadata/properties" xmlns:ns3="0f01c6e1-cc10-499c-b6f6-267d4024d6e2" xmlns:ns4="9a135393-16df-4691-a520-74c834efda9b" targetNamespace="http://schemas.microsoft.com/office/2006/metadata/properties" ma:root="true" ma:fieldsID="76d0c373b4d047e412288bf1bc09019e" ns3:_="" ns4:_="">
    <xsd:import namespace="0f01c6e1-cc10-499c-b6f6-267d4024d6e2"/>
    <xsd:import namespace="9a135393-16df-4691-a520-74c834efda9b"/>
    <xsd:element name="properties">
      <xsd:complexType>
        <xsd:sequence>
          <xsd:element name="documentManagement">
            <xsd:complexType>
              <xsd:all>
                <xsd:element ref="ns3:_activity" minOccurs="0"/>
                <xsd:element ref="ns3:MediaServiceMetadata" minOccurs="0"/>
                <xsd:element ref="ns3:MediaServiceFastMetadata" minOccurs="0"/>
                <xsd:element ref="ns3:MediaServiceSearchProperties" minOccurs="0"/>
                <xsd:element ref="ns3:MediaServiceObjectDetectorVersions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DateTaken" minOccurs="0"/>
                <xsd:element ref="ns3:MediaServiceSystemTags" minOccurs="0"/>
                <xsd:element ref="ns3:MediaServiceGenerationTime" minOccurs="0"/>
                <xsd:element ref="ns3:MediaServiceEventHashCode" minOccurs="0"/>
                <xsd:element ref="ns3:MediaLengthInSeconds" minOccurs="0"/>
                <xsd:element ref="ns3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f01c6e1-cc10-499c-b6f6-267d4024d6e2" elementFormDefault="qualified">
    <xsd:import namespace="http://schemas.microsoft.com/office/2006/documentManagement/types"/>
    <xsd:import namespace="http://schemas.microsoft.com/office/infopath/2007/PartnerControls"/>
    <xsd:element name="_activity" ma:index="8" nillable="true" ma:displayName="_activity" ma:hidden="true" ma:internalName="_activity">
      <xsd:simpleType>
        <xsd:restriction base="dms:Note"/>
      </xsd:simpleType>
    </xsd:element>
    <xsd:element name="MediaServiceMetadata" ma:index="9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0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2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SystemTags" ma:index="17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GenerationTime" ma:index="18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9" nillable="true" ma:displayName="MediaServiceEventHashCode" ma:hidden="true" ma:internalName="MediaServiceEventHashCode" ma:readOnly="true">
      <xsd:simpleType>
        <xsd:restriction base="dms:Text"/>
      </xsd:simpleType>
    </xsd:element>
    <xsd:element name="MediaLengthInSeconds" ma:index="20" nillable="true" ma:displayName="MediaLengthInSeconds" ma:hidden="true" ma:internalName="MediaLengthInSeconds" ma:readOnly="true">
      <xsd:simpleType>
        <xsd:restriction base="dms:Unknown"/>
      </xsd:simpleType>
    </xsd:element>
    <xsd:element name="MediaServiceOCR" ma:index="21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9a135393-16df-4691-a520-74c834efda9b" elementFormDefault="qualified">
    <xsd:import namespace="http://schemas.microsoft.com/office/2006/documentManagement/types"/>
    <xsd:import namespace="http://schemas.microsoft.com/office/infopath/2007/PartnerControls"/>
    <xsd:element name="SharedWithUsers" ma:index="13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4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5" nillable="true" ma:displayName="Sharing Hint Hash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f01c6e1-cc10-499c-b6f6-267d4024d6e2" xsi:nil="true"/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212BB379-5C3F-4064-81AE-CFE809476AEC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0f01c6e1-cc10-499c-b6f6-267d4024d6e2"/>
    <ds:schemaRef ds:uri="9a135393-16df-4691-a520-74c834efda9b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08B7170C-4ECE-4A3F-B362-F53BCBE58A60}">
  <ds:schemaRefs>
    <ds:schemaRef ds:uri="http://schemas.microsoft.com/office/2006/metadata/properties"/>
    <ds:schemaRef ds:uri="http://schemas.microsoft.com/office/infopath/2007/PartnerControls"/>
    <ds:schemaRef ds:uri="http://schemas.microsoft.com/office/2006/documentManagement/types"/>
    <ds:schemaRef ds:uri="9a135393-16df-4691-a520-74c834efda9b"/>
    <ds:schemaRef ds:uri="http://schemas.openxmlformats.org/package/2006/metadata/core-properties"/>
    <ds:schemaRef ds:uri="http://www.w3.org/XML/1998/namespace"/>
    <ds:schemaRef ds:uri="0f01c6e1-cc10-499c-b6f6-267d4024d6e2"/>
    <ds:schemaRef ds:uri="http://purl.org/dc/dcmitype/"/>
    <ds:schemaRef ds:uri="http://purl.org/dc/terms/"/>
    <ds:schemaRef ds:uri="http://purl.org/dc/elements/1.1/"/>
  </ds:schemaRefs>
</ds:datastoreItem>
</file>

<file path=customXml/itemProps3.xml><?xml version="1.0" encoding="utf-8"?>
<ds:datastoreItem xmlns:ds="http://schemas.openxmlformats.org/officeDocument/2006/customXml" ds:itemID="{08BCC0F5-118F-4D2B-84B2-B2936F674201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962</TotalTime>
  <Application>LibreOffice/25.2.3.2$Linux_X86_64 LibreOffice_project/bbb074479178df812d175f709636b368952c2ce3</Application>
  <AppVersion>15.0000</AppVersion>
  <Words>1189</Words>
  <Paragraphs>75</Paragraphs>
  <Company>HP Inc.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2020-01-31T12:03:15Z</dcterms:created>
  <dc:creator>Niccolò Todaro</dc:creator>
  <dc:description/>
  <dc:language>en-US</dc:language>
  <cp:lastModifiedBy/>
  <dcterms:modified xsi:type="dcterms:W3CDTF">2026-03-05T18:43:33Z</dcterms:modified>
  <cp:revision>194</cp:revision>
  <dc:subject/>
  <dc:title>Presentazione standard di PowerPoint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0x01010024DD22ECCB0C3443BAAF89C3691CE34B</vt:lpwstr>
  </property>
  <property fmtid="{D5CDD505-2E9C-101B-9397-08002B2CF9AE}" pid="3" name="Notes">
    <vt:i4>27</vt:i4>
  </property>
  <property fmtid="{D5CDD505-2E9C-101B-9397-08002B2CF9AE}" pid="4" name="PresentationFormat">
    <vt:lpwstr>Widescreen</vt:lpwstr>
  </property>
  <property fmtid="{D5CDD505-2E9C-101B-9397-08002B2CF9AE}" pid="5" name="Slides">
    <vt:i4>27</vt:i4>
  </property>
</Properties>
</file>